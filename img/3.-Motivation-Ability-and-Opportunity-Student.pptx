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7"/>
  </p:notesMasterIdLst>
  <p:sldIdLst>
    <p:sldId id="256" r:id="rId2"/>
    <p:sldId id="270" r:id="rId3"/>
    <p:sldId id="353" r:id="rId4"/>
    <p:sldId id="321" r:id="rId5"/>
    <p:sldId id="354" r:id="rId6"/>
    <p:sldId id="355" r:id="rId7"/>
    <p:sldId id="356" r:id="rId8"/>
    <p:sldId id="357" r:id="rId9"/>
    <p:sldId id="359" r:id="rId10"/>
    <p:sldId id="360" r:id="rId11"/>
    <p:sldId id="361" r:id="rId12"/>
    <p:sldId id="362" r:id="rId13"/>
    <p:sldId id="363" r:id="rId14"/>
    <p:sldId id="365" r:id="rId15"/>
    <p:sldId id="352" r:id="rId16"/>
  </p:sldIdLst>
  <p:sldSz cx="18288000" cy="10287000"/>
  <p:notesSz cx="6858000" cy="9144000"/>
  <p:embeddedFontLst>
    <p:embeddedFont>
      <p:font typeface="Aqua Embrace" panose="020B0604020202020204" charset="-128"/>
      <p:regular r:id="rId18"/>
    </p:embeddedFont>
    <p:embeddedFont>
      <p:font typeface="Canva Sans Bold" panose="020B060402020202020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43" autoAdjust="0"/>
    <p:restoredTop sz="83959" autoAdjust="0"/>
  </p:normalViewPr>
  <p:slideViewPr>
    <p:cSldViewPr>
      <p:cViewPr varScale="1">
        <p:scale>
          <a:sx n="39" d="100"/>
          <a:sy n="39" d="100"/>
        </p:scale>
        <p:origin x="964" y="4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analyn Castillo" userId="adf79ec03247677b" providerId="LiveId" clId="{21107114-0732-467E-A175-A1E7D34C240E}"/>
    <pc:docChg chg="undo custSel addSld delSld modSld sldOrd">
      <pc:chgData name="Dianalyn Castillo" userId="adf79ec03247677b" providerId="LiveId" clId="{21107114-0732-467E-A175-A1E7D34C240E}" dt="2026-09-17T15:02:21.959" v="2277" actId="20577"/>
      <pc:docMkLst>
        <pc:docMk/>
      </pc:docMkLst>
      <pc:sldChg chg="addSp delSp modSp mod modNotesTx">
        <pc:chgData name="Dianalyn Castillo" userId="adf79ec03247677b" providerId="LiveId" clId="{21107114-0732-467E-A175-A1E7D34C240E}" dt="2026-09-17T15:01:39.809" v="2272" actId="20577"/>
        <pc:sldMkLst>
          <pc:docMk/>
          <pc:sldMk cId="2500204464" sldId="270"/>
        </pc:sldMkLst>
      </pc:sldChg>
      <pc:sldChg chg="addSp modSp add mod modNotesTx">
        <pc:chgData name="Dianalyn Castillo" userId="adf79ec03247677b" providerId="LiveId" clId="{21107114-0732-467E-A175-A1E7D34C240E}" dt="2026-09-17T15:01:44.921" v="2273" actId="20577"/>
        <pc:sldMkLst>
          <pc:docMk/>
          <pc:sldMk cId="3147854422" sldId="353"/>
        </pc:sldMkLst>
      </pc:sldChg>
      <pc:sldChg chg="modNotesTx">
        <pc:chgData name="Dianalyn Castillo" userId="adf79ec03247677b" providerId="LiveId" clId="{21107114-0732-467E-A175-A1E7D34C240E}" dt="2026-09-17T15:01:52.622" v="2274" actId="20577"/>
        <pc:sldMkLst>
          <pc:docMk/>
          <pc:sldMk cId="245492642" sldId="354"/>
        </pc:sldMkLst>
      </pc:sldChg>
      <pc:sldChg chg="modNotesTx">
        <pc:chgData name="Dianalyn Castillo" userId="adf79ec03247677b" providerId="LiveId" clId="{21107114-0732-467E-A175-A1E7D34C240E}" dt="2026-09-17T15:02:11.100" v="2275" actId="20577"/>
        <pc:sldMkLst>
          <pc:docMk/>
          <pc:sldMk cId="2815327115" sldId="355"/>
        </pc:sldMkLst>
      </pc:sldChg>
      <pc:sldChg chg="modNotesTx">
        <pc:chgData name="Dianalyn Castillo" userId="adf79ec03247677b" providerId="LiveId" clId="{21107114-0732-467E-A175-A1E7D34C240E}" dt="2026-09-17T15:02:16.572" v="2276" actId="20577"/>
        <pc:sldMkLst>
          <pc:docMk/>
          <pc:sldMk cId="1798493952" sldId="356"/>
        </pc:sldMkLst>
      </pc:sldChg>
      <pc:sldChg chg="modNotesTx">
        <pc:chgData name="Dianalyn Castillo" userId="adf79ec03247677b" providerId="LiveId" clId="{21107114-0732-467E-A175-A1E7D34C240E}" dt="2026-09-17T15:02:21.959" v="2277" actId="20577"/>
        <pc:sldMkLst>
          <pc:docMk/>
          <pc:sldMk cId="1602916165" sldId="35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D0C1CB-CC2A-4A3B-8D83-EF5A7CB7B416}" type="datetimeFigureOut">
              <a:rPr lang="en-PH" smtClean="0"/>
              <a:t>17/09/2026</a:t>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68424C-09BA-4119-9CAD-C6529E79A05E}" type="slidenum">
              <a:rPr lang="en-PH" smtClean="0"/>
              <a:t>‹#›</a:t>
            </a:fld>
            <a:endParaRPr lang="en-PH"/>
          </a:p>
        </p:txBody>
      </p:sp>
    </p:spTree>
    <p:extLst>
      <p:ext uri="{BB962C8B-B14F-4D97-AF65-F5344CB8AC3E}">
        <p14:creationId xmlns:p14="http://schemas.microsoft.com/office/powerpoint/2010/main" val="21570373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3468424C-09BA-4119-9CAD-C6529E79A05E}" type="slidenum">
              <a:rPr lang="en-PH" smtClean="0"/>
              <a:t>2</a:t>
            </a:fld>
            <a:endParaRPr lang="en-PH"/>
          </a:p>
        </p:txBody>
      </p:sp>
    </p:spTree>
    <p:extLst>
      <p:ext uri="{BB962C8B-B14F-4D97-AF65-F5344CB8AC3E}">
        <p14:creationId xmlns:p14="http://schemas.microsoft.com/office/powerpoint/2010/main" val="10873196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3468424C-09BA-4119-9CAD-C6529E79A05E}" type="slidenum">
              <a:rPr lang="en-PH" smtClean="0"/>
              <a:t>3</a:t>
            </a:fld>
            <a:endParaRPr lang="en-PH"/>
          </a:p>
        </p:txBody>
      </p:sp>
    </p:spTree>
    <p:extLst>
      <p:ext uri="{BB962C8B-B14F-4D97-AF65-F5344CB8AC3E}">
        <p14:creationId xmlns:p14="http://schemas.microsoft.com/office/powerpoint/2010/main" val="8162310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3468424C-09BA-4119-9CAD-C6529E79A05E}" type="slidenum">
              <a:rPr lang="en-PH" smtClean="0"/>
              <a:t>5</a:t>
            </a:fld>
            <a:endParaRPr lang="en-PH"/>
          </a:p>
        </p:txBody>
      </p:sp>
    </p:spTree>
    <p:extLst>
      <p:ext uri="{BB962C8B-B14F-4D97-AF65-F5344CB8AC3E}">
        <p14:creationId xmlns:p14="http://schemas.microsoft.com/office/powerpoint/2010/main" val="33466612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3468424C-09BA-4119-9CAD-C6529E79A05E}" type="slidenum">
              <a:rPr lang="en-PH" smtClean="0"/>
              <a:t>6</a:t>
            </a:fld>
            <a:endParaRPr lang="en-PH"/>
          </a:p>
        </p:txBody>
      </p:sp>
    </p:spTree>
    <p:extLst>
      <p:ext uri="{BB962C8B-B14F-4D97-AF65-F5344CB8AC3E}">
        <p14:creationId xmlns:p14="http://schemas.microsoft.com/office/powerpoint/2010/main" val="1332120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3468424C-09BA-4119-9CAD-C6529E79A05E}" type="slidenum">
              <a:rPr lang="en-PH" smtClean="0"/>
              <a:t>7</a:t>
            </a:fld>
            <a:endParaRPr lang="en-PH"/>
          </a:p>
        </p:txBody>
      </p:sp>
    </p:spTree>
    <p:extLst>
      <p:ext uri="{BB962C8B-B14F-4D97-AF65-F5344CB8AC3E}">
        <p14:creationId xmlns:p14="http://schemas.microsoft.com/office/powerpoint/2010/main" val="20921883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468424C-09BA-4119-9CAD-C6529E79A05E}" type="slidenum">
              <a:rPr lang="en-PH" smtClean="0"/>
              <a:t>8</a:t>
            </a:fld>
            <a:endParaRPr lang="en-PH"/>
          </a:p>
        </p:txBody>
      </p:sp>
    </p:spTree>
    <p:extLst>
      <p:ext uri="{BB962C8B-B14F-4D97-AF65-F5344CB8AC3E}">
        <p14:creationId xmlns:p14="http://schemas.microsoft.com/office/powerpoint/2010/main" val="23669440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sv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5.jpe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8.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8.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8.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895934" y="1681292"/>
            <a:ext cx="3056440" cy="1528220"/>
          </a:xfrm>
          <a:custGeom>
            <a:avLst/>
            <a:gdLst/>
            <a:ahLst/>
            <a:cxnLst/>
            <a:rect l="l" t="t" r="r" b="b"/>
            <a:pathLst>
              <a:path w="3056440" h="1528220">
                <a:moveTo>
                  <a:pt x="0" y="0"/>
                </a:moveTo>
                <a:lnTo>
                  <a:pt x="3056440" y="0"/>
                </a:lnTo>
                <a:lnTo>
                  <a:pt x="3056440" y="1528220"/>
                </a:lnTo>
                <a:lnTo>
                  <a:pt x="0" y="1528220"/>
                </a:lnTo>
                <a:lnTo>
                  <a:pt x="0" y="0"/>
                </a:lnTo>
                <a:close/>
              </a:path>
            </a:pathLst>
          </a:custGeom>
          <a:blipFill>
            <a:blip r:embed="rId2"/>
            <a:stretch>
              <a:fillRect/>
            </a:stretch>
          </a:blipFill>
        </p:spPr>
      </p:sp>
      <p:sp>
        <p:nvSpPr>
          <p:cNvPr id="3" name="Freeform 3"/>
          <p:cNvSpPr/>
          <p:nvPr/>
        </p:nvSpPr>
        <p:spPr>
          <a:xfrm>
            <a:off x="9263724" y="1509521"/>
            <a:ext cx="2579206" cy="1719041"/>
          </a:xfrm>
          <a:custGeom>
            <a:avLst/>
            <a:gdLst/>
            <a:ahLst/>
            <a:cxnLst/>
            <a:rect l="l" t="t" r="r" b="b"/>
            <a:pathLst>
              <a:path w="2579206" h="1719041">
                <a:moveTo>
                  <a:pt x="0" y="0"/>
                </a:moveTo>
                <a:lnTo>
                  <a:pt x="2579206" y="0"/>
                </a:lnTo>
                <a:lnTo>
                  <a:pt x="2579206" y="1719041"/>
                </a:lnTo>
                <a:lnTo>
                  <a:pt x="0" y="1719041"/>
                </a:lnTo>
                <a:lnTo>
                  <a:pt x="0" y="0"/>
                </a:lnTo>
                <a:close/>
              </a:path>
            </a:pathLst>
          </a:custGeom>
          <a:blipFill>
            <a:blip r:embed="rId3"/>
            <a:stretch>
              <a:fillRect/>
            </a:stretch>
          </a:blipFill>
        </p:spPr>
      </p:sp>
      <p:sp>
        <p:nvSpPr>
          <p:cNvPr id="4" name="Freeform 4"/>
          <p:cNvSpPr/>
          <p:nvPr/>
        </p:nvSpPr>
        <p:spPr>
          <a:xfrm rot="5400000">
            <a:off x="-974777" y="9395233"/>
            <a:ext cx="2387023" cy="2387023"/>
          </a:xfrm>
          <a:custGeom>
            <a:avLst/>
            <a:gdLst/>
            <a:ahLst/>
            <a:cxnLst/>
            <a:rect l="l" t="t" r="r" b="b"/>
            <a:pathLst>
              <a:path w="2387023" h="2387023">
                <a:moveTo>
                  <a:pt x="0" y="0"/>
                </a:moveTo>
                <a:lnTo>
                  <a:pt x="2387022" y="0"/>
                </a:lnTo>
                <a:lnTo>
                  <a:pt x="2387022" y="2387022"/>
                </a:lnTo>
                <a:lnTo>
                  <a:pt x="0" y="2387022"/>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a:off x="16600402" y="-382071"/>
            <a:ext cx="2193133" cy="2193133"/>
          </a:xfrm>
          <a:custGeom>
            <a:avLst/>
            <a:gdLst/>
            <a:ahLst/>
            <a:cxnLst/>
            <a:rect l="l" t="t" r="r" b="b"/>
            <a:pathLst>
              <a:path w="2193133" h="2193133">
                <a:moveTo>
                  <a:pt x="0" y="0"/>
                </a:moveTo>
                <a:lnTo>
                  <a:pt x="2193133" y="0"/>
                </a:lnTo>
                <a:lnTo>
                  <a:pt x="2193133" y="2193134"/>
                </a:lnTo>
                <a:lnTo>
                  <a:pt x="0" y="2193134"/>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6" name="Group 6"/>
          <p:cNvGrpSpPr/>
          <p:nvPr/>
        </p:nvGrpSpPr>
        <p:grpSpPr>
          <a:xfrm>
            <a:off x="0" y="209935"/>
            <a:ext cx="18532675" cy="107322"/>
            <a:chOff x="0" y="0"/>
            <a:chExt cx="4881034" cy="28266"/>
          </a:xfrm>
        </p:grpSpPr>
        <p:sp>
          <p:nvSpPr>
            <p:cNvPr id="7" name="Freeform 7"/>
            <p:cNvSpPr/>
            <p:nvPr/>
          </p:nvSpPr>
          <p:spPr>
            <a:xfrm>
              <a:off x="0" y="0"/>
              <a:ext cx="4881034" cy="28266"/>
            </a:xfrm>
            <a:custGeom>
              <a:avLst/>
              <a:gdLst/>
              <a:ahLst/>
              <a:cxnLst/>
              <a:rect l="l" t="t" r="r" b="b"/>
              <a:pathLst>
                <a:path w="4881034" h="28266">
                  <a:moveTo>
                    <a:pt x="0" y="0"/>
                  </a:moveTo>
                  <a:lnTo>
                    <a:pt x="4881034" y="0"/>
                  </a:lnTo>
                  <a:lnTo>
                    <a:pt x="4881034" y="28266"/>
                  </a:lnTo>
                  <a:lnTo>
                    <a:pt x="0" y="28266"/>
                  </a:lnTo>
                  <a:close/>
                </a:path>
              </a:pathLst>
            </a:custGeom>
            <a:solidFill>
              <a:srgbClr val="1D88EB"/>
            </a:solidFill>
          </p:spPr>
        </p:sp>
        <p:sp>
          <p:nvSpPr>
            <p:cNvPr id="8" name="TextBox 8"/>
            <p:cNvSpPr txBox="1"/>
            <p:nvPr/>
          </p:nvSpPr>
          <p:spPr>
            <a:xfrm>
              <a:off x="0" y="-38100"/>
              <a:ext cx="4881034" cy="66366"/>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244675" y="0"/>
            <a:ext cx="18532675" cy="209935"/>
            <a:chOff x="0" y="0"/>
            <a:chExt cx="4881034" cy="55292"/>
          </a:xfrm>
        </p:grpSpPr>
        <p:sp>
          <p:nvSpPr>
            <p:cNvPr id="10" name="Freeform 10"/>
            <p:cNvSpPr/>
            <p:nvPr/>
          </p:nvSpPr>
          <p:spPr>
            <a:xfrm>
              <a:off x="0" y="0"/>
              <a:ext cx="4881034" cy="55292"/>
            </a:xfrm>
            <a:custGeom>
              <a:avLst/>
              <a:gdLst/>
              <a:ahLst/>
              <a:cxnLst/>
              <a:rect l="l" t="t" r="r" b="b"/>
              <a:pathLst>
                <a:path w="4881034" h="55292">
                  <a:moveTo>
                    <a:pt x="0" y="0"/>
                  </a:moveTo>
                  <a:lnTo>
                    <a:pt x="4881034" y="0"/>
                  </a:lnTo>
                  <a:lnTo>
                    <a:pt x="4881034" y="55292"/>
                  </a:lnTo>
                  <a:lnTo>
                    <a:pt x="0" y="55292"/>
                  </a:lnTo>
                  <a:close/>
                </a:path>
              </a:pathLst>
            </a:custGeom>
            <a:solidFill>
              <a:srgbClr val="142FBB"/>
            </a:solidFill>
          </p:spPr>
        </p:sp>
        <p:sp>
          <p:nvSpPr>
            <p:cNvPr id="11" name="TextBox 11"/>
            <p:cNvSpPr txBox="1"/>
            <p:nvPr/>
          </p:nvSpPr>
          <p:spPr>
            <a:xfrm>
              <a:off x="0" y="-38100"/>
              <a:ext cx="4881034" cy="93392"/>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flipH="1">
            <a:off x="173015" y="800100"/>
            <a:ext cx="45719" cy="8157993"/>
            <a:chOff x="0" y="0"/>
            <a:chExt cx="11392" cy="1718754"/>
          </a:xfrm>
        </p:grpSpPr>
        <p:sp>
          <p:nvSpPr>
            <p:cNvPr id="13" name="Freeform 13"/>
            <p:cNvSpPr/>
            <p:nvPr/>
          </p:nvSpPr>
          <p:spPr>
            <a:xfrm>
              <a:off x="0" y="0"/>
              <a:ext cx="11392" cy="1718754"/>
            </a:xfrm>
            <a:custGeom>
              <a:avLst/>
              <a:gdLst/>
              <a:ahLst/>
              <a:cxnLst/>
              <a:rect l="l" t="t" r="r" b="b"/>
              <a:pathLst>
                <a:path w="11392" h="1718754">
                  <a:moveTo>
                    <a:pt x="0" y="0"/>
                  </a:moveTo>
                  <a:lnTo>
                    <a:pt x="11392" y="0"/>
                  </a:lnTo>
                  <a:lnTo>
                    <a:pt x="11392" y="1718754"/>
                  </a:lnTo>
                  <a:lnTo>
                    <a:pt x="0" y="1718754"/>
                  </a:lnTo>
                  <a:close/>
                </a:path>
              </a:pathLst>
            </a:custGeom>
            <a:solidFill>
              <a:srgbClr val="142FBB"/>
            </a:solidFill>
          </p:spPr>
        </p:sp>
        <p:sp>
          <p:nvSpPr>
            <p:cNvPr id="14" name="TextBox 14"/>
            <p:cNvSpPr txBox="1"/>
            <p:nvPr/>
          </p:nvSpPr>
          <p:spPr>
            <a:xfrm>
              <a:off x="0" y="-19050"/>
              <a:ext cx="11392" cy="1737804"/>
            </a:xfrm>
            <a:prstGeom prst="rect">
              <a:avLst/>
            </a:prstGeom>
          </p:spPr>
          <p:txBody>
            <a:bodyPr lIns="50800" tIns="50800" rIns="50800" bIns="50800" rtlCol="0" anchor="ctr"/>
            <a:lstStyle/>
            <a:p>
              <a:pPr algn="ctr">
                <a:lnSpc>
                  <a:spcPts val="2859"/>
                </a:lnSpc>
              </a:pPr>
              <a:endParaRPr/>
            </a:p>
          </p:txBody>
        </p:sp>
      </p:grpSp>
      <p:sp>
        <p:nvSpPr>
          <p:cNvPr id="15" name="Freeform 15"/>
          <p:cNvSpPr/>
          <p:nvPr/>
        </p:nvSpPr>
        <p:spPr>
          <a:xfrm rot="-5400000">
            <a:off x="14679903" y="6795816"/>
            <a:ext cx="4069328" cy="3636962"/>
          </a:xfrm>
          <a:custGeom>
            <a:avLst/>
            <a:gdLst/>
            <a:ahLst/>
            <a:cxnLst/>
            <a:rect l="l" t="t" r="r" b="b"/>
            <a:pathLst>
              <a:path w="4069328" h="3636962">
                <a:moveTo>
                  <a:pt x="0" y="0"/>
                </a:moveTo>
                <a:lnTo>
                  <a:pt x="4069327" y="0"/>
                </a:lnTo>
                <a:lnTo>
                  <a:pt x="4069327" y="3636962"/>
                </a:lnTo>
                <a:lnTo>
                  <a:pt x="0" y="3636962"/>
                </a:lnTo>
                <a:lnTo>
                  <a:pt x="0" y="0"/>
                </a:lnTo>
                <a:close/>
              </a:path>
            </a:pathLst>
          </a:custGeom>
          <a:blipFill>
            <a:blip>
              <a:alphaModFix amt="16000"/>
              <a:extLst>
                <a:ext uri="{96DAC541-7B7A-43D3-8B79-37D633B846F1}">
                  <asvg:svgBlip xmlns:asvg="http://schemas.microsoft.com/office/drawing/2016/SVG/main" r:embed="rId5"/>
                </a:ext>
              </a:extLst>
            </a:blip>
            <a:stretch>
              <a:fillRect/>
            </a:stretch>
          </a:blipFill>
        </p:spPr>
      </p:sp>
      <p:grpSp>
        <p:nvGrpSpPr>
          <p:cNvPr id="16" name="Group 16"/>
          <p:cNvGrpSpPr/>
          <p:nvPr/>
        </p:nvGrpSpPr>
        <p:grpSpPr>
          <a:xfrm>
            <a:off x="2159565" y="3228562"/>
            <a:ext cx="13033097" cy="2171472"/>
            <a:chOff x="0" y="0"/>
            <a:chExt cx="3432585" cy="571910"/>
          </a:xfrm>
        </p:grpSpPr>
        <p:sp>
          <p:nvSpPr>
            <p:cNvPr id="17" name="Freeform 17"/>
            <p:cNvSpPr/>
            <p:nvPr/>
          </p:nvSpPr>
          <p:spPr>
            <a:xfrm>
              <a:off x="0" y="0"/>
              <a:ext cx="3432585" cy="571910"/>
            </a:xfrm>
            <a:custGeom>
              <a:avLst/>
              <a:gdLst/>
              <a:ahLst/>
              <a:cxnLst/>
              <a:rect l="l" t="t" r="r" b="b"/>
              <a:pathLst>
                <a:path w="3432585" h="571910">
                  <a:moveTo>
                    <a:pt x="30295" y="0"/>
                  </a:moveTo>
                  <a:lnTo>
                    <a:pt x="3402290" y="0"/>
                  </a:lnTo>
                  <a:cubicBezTo>
                    <a:pt x="3410325" y="0"/>
                    <a:pt x="3418031" y="3192"/>
                    <a:pt x="3423712" y="8873"/>
                  </a:cubicBezTo>
                  <a:cubicBezTo>
                    <a:pt x="3429393" y="14555"/>
                    <a:pt x="3432585" y="22260"/>
                    <a:pt x="3432585" y="30295"/>
                  </a:cubicBezTo>
                  <a:lnTo>
                    <a:pt x="3432585" y="541615"/>
                  </a:lnTo>
                  <a:cubicBezTo>
                    <a:pt x="3432585" y="558347"/>
                    <a:pt x="3419022" y="571910"/>
                    <a:pt x="3402290" y="571910"/>
                  </a:cubicBezTo>
                  <a:lnTo>
                    <a:pt x="30295" y="571910"/>
                  </a:lnTo>
                  <a:cubicBezTo>
                    <a:pt x="22260" y="571910"/>
                    <a:pt x="14555" y="568719"/>
                    <a:pt x="8873" y="563037"/>
                  </a:cubicBezTo>
                  <a:cubicBezTo>
                    <a:pt x="3192" y="557356"/>
                    <a:pt x="0" y="549650"/>
                    <a:pt x="0" y="541615"/>
                  </a:cubicBezTo>
                  <a:lnTo>
                    <a:pt x="0" y="30295"/>
                  </a:lnTo>
                  <a:cubicBezTo>
                    <a:pt x="0" y="22260"/>
                    <a:pt x="3192" y="14555"/>
                    <a:pt x="8873" y="8873"/>
                  </a:cubicBezTo>
                  <a:cubicBezTo>
                    <a:pt x="14555" y="3192"/>
                    <a:pt x="22260" y="0"/>
                    <a:pt x="30295" y="0"/>
                  </a:cubicBezTo>
                  <a:close/>
                </a:path>
              </a:pathLst>
            </a:custGeom>
            <a:solidFill>
              <a:srgbClr val="9DD0FF"/>
            </a:solidFill>
            <a:ln w="66675" cap="rnd">
              <a:solidFill>
                <a:srgbClr val="1D88EB"/>
              </a:solidFill>
              <a:prstDash val="solid"/>
              <a:round/>
            </a:ln>
          </p:spPr>
        </p:sp>
        <p:sp>
          <p:nvSpPr>
            <p:cNvPr id="18" name="TextBox 18"/>
            <p:cNvSpPr txBox="1"/>
            <p:nvPr/>
          </p:nvSpPr>
          <p:spPr>
            <a:xfrm>
              <a:off x="0" y="-38100"/>
              <a:ext cx="3432585" cy="610010"/>
            </a:xfrm>
            <a:prstGeom prst="rect">
              <a:avLst/>
            </a:prstGeom>
          </p:spPr>
          <p:txBody>
            <a:bodyPr lIns="50800" tIns="50800" rIns="50800" bIns="50800" rtlCol="0" anchor="ctr"/>
            <a:lstStyle/>
            <a:p>
              <a:pPr algn="ctr">
                <a:lnSpc>
                  <a:spcPts val="2659"/>
                </a:lnSpc>
              </a:pPr>
              <a:endParaRPr/>
            </a:p>
          </p:txBody>
        </p:sp>
      </p:grpSp>
      <p:sp>
        <p:nvSpPr>
          <p:cNvPr id="19" name="TextBox 19"/>
          <p:cNvSpPr txBox="1"/>
          <p:nvPr/>
        </p:nvSpPr>
        <p:spPr>
          <a:xfrm>
            <a:off x="844906" y="3219235"/>
            <a:ext cx="15681465" cy="1807033"/>
          </a:xfrm>
          <a:prstGeom prst="rect">
            <a:avLst/>
          </a:prstGeom>
        </p:spPr>
        <p:txBody>
          <a:bodyPr lIns="0" tIns="0" rIns="0" bIns="0" rtlCol="0" anchor="t">
            <a:spAutoFit/>
          </a:bodyPr>
          <a:lstStyle/>
          <a:p>
            <a:pPr algn="ctr">
              <a:lnSpc>
                <a:spcPts val="15259"/>
              </a:lnSpc>
            </a:pPr>
            <a:r>
              <a:rPr lang="en-US" sz="10899" dirty="0">
                <a:solidFill>
                  <a:srgbClr val="000000"/>
                </a:solidFill>
                <a:latin typeface="Aqua Embrace"/>
                <a:ea typeface="Aqua Embrace"/>
                <a:cs typeface="Aqua Embrace"/>
                <a:sym typeface="Aqua Embrace"/>
              </a:rPr>
              <a:t>Consumer Behavior</a:t>
            </a:r>
          </a:p>
        </p:txBody>
      </p:sp>
      <p:grpSp>
        <p:nvGrpSpPr>
          <p:cNvPr id="20" name="Group 20"/>
          <p:cNvGrpSpPr/>
          <p:nvPr/>
        </p:nvGrpSpPr>
        <p:grpSpPr>
          <a:xfrm>
            <a:off x="10727686" y="9395233"/>
            <a:ext cx="3930275" cy="891767"/>
            <a:chOff x="0" y="0"/>
            <a:chExt cx="5240366" cy="1189023"/>
          </a:xfrm>
        </p:grpSpPr>
        <p:sp>
          <p:nvSpPr>
            <p:cNvPr id="21" name="Freeform 21"/>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6"/>
              <a:stretch>
                <a:fillRect b="-39747"/>
              </a:stretch>
            </a:blipFill>
          </p:spPr>
        </p:sp>
        <p:sp>
          <p:nvSpPr>
            <p:cNvPr id="22" name="Freeform 22"/>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7"/>
              <a:stretch>
                <a:fillRect/>
              </a:stretch>
            </a:blipFill>
          </p:spPr>
        </p:sp>
        <p:sp>
          <p:nvSpPr>
            <p:cNvPr id="23" name="Freeform 23"/>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8"/>
              <a:stretch>
                <a:fillRect/>
              </a:stretch>
            </a:blipFill>
          </p:spPr>
        </p:sp>
        <p:sp>
          <p:nvSpPr>
            <p:cNvPr id="24" name="Freeform 24"/>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9"/>
              <a:stretch>
                <a:fillRect/>
              </a:stretch>
            </a:blipFill>
          </p:spPr>
        </p:sp>
      </p:grpSp>
      <p:grpSp>
        <p:nvGrpSpPr>
          <p:cNvPr id="25" name="Group 25"/>
          <p:cNvGrpSpPr/>
          <p:nvPr/>
        </p:nvGrpSpPr>
        <p:grpSpPr>
          <a:xfrm>
            <a:off x="6324600" y="9347087"/>
            <a:ext cx="3930275" cy="891767"/>
            <a:chOff x="0" y="0"/>
            <a:chExt cx="5240366" cy="1189023"/>
          </a:xfrm>
        </p:grpSpPr>
        <p:sp>
          <p:nvSpPr>
            <p:cNvPr id="26" name="Freeform 26"/>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6"/>
              <a:stretch>
                <a:fillRect b="-39747"/>
              </a:stretch>
            </a:blipFill>
          </p:spPr>
        </p:sp>
        <p:sp>
          <p:nvSpPr>
            <p:cNvPr id="27" name="Freeform 27"/>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7"/>
              <a:stretch>
                <a:fillRect/>
              </a:stretch>
            </a:blipFill>
          </p:spPr>
        </p:sp>
        <p:sp>
          <p:nvSpPr>
            <p:cNvPr id="28" name="Freeform 28"/>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8"/>
              <a:stretch>
                <a:fillRect/>
              </a:stretch>
            </a:blipFill>
          </p:spPr>
        </p:sp>
        <p:sp>
          <p:nvSpPr>
            <p:cNvPr id="29" name="Freeform 29"/>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9"/>
              <a:stretch>
                <a:fillRect/>
              </a:stretch>
            </a:blipFill>
          </p:spPr>
        </p:sp>
      </p:grpSp>
      <p:grpSp>
        <p:nvGrpSpPr>
          <p:cNvPr id="30" name="Group 30"/>
          <p:cNvGrpSpPr/>
          <p:nvPr/>
        </p:nvGrpSpPr>
        <p:grpSpPr>
          <a:xfrm>
            <a:off x="1826787" y="9395233"/>
            <a:ext cx="3930275" cy="891767"/>
            <a:chOff x="0" y="0"/>
            <a:chExt cx="5240366" cy="1189023"/>
          </a:xfrm>
        </p:grpSpPr>
        <p:sp>
          <p:nvSpPr>
            <p:cNvPr id="31" name="Freeform 31"/>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6"/>
              <a:stretch>
                <a:fillRect b="-39747"/>
              </a:stretch>
            </a:blipFill>
          </p:spPr>
        </p:sp>
        <p:sp>
          <p:nvSpPr>
            <p:cNvPr id="32" name="Freeform 32"/>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7"/>
              <a:stretch>
                <a:fillRect/>
              </a:stretch>
            </a:blipFill>
          </p:spPr>
        </p:sp>
        <p:sp>
          <p:nvSpPr>
            <p:cNvPr id="33" name="Freeform 33"/>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8"/>
              <a:stretch>
                <a:fillRect/>
              </a:stretch>
            </a:blipFill>
          </p:spPr>
        </p:sp>
        <p:sp>
          <p:nvSpPr>
            <p:cNvPr id="34" name="Freeform 34"/>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9"/>
              <a:stretch>
                <a:fillRect/>
              </a:stretch>
            </a:blipFill>
          </p:spPr>
        </p:sp>
      </p:grpSp>
      <p:grpSp>
        <p:nvGrpSpPr>
          <p:cNvPr id="35" name="Group 35"/>
          <p:cNvGrpSpPr/>
          <p:nvPr/>
        </p:nvGrpSpPr>
        <p:grpSpPr>
          <a:xfrm>
            <a:off x="335281" y="1409700"/>
            <a:ext cx="45719" cy="7136402"/>
            <a:chOff x="0" y="0"/>
            <a:chExt cx="11392" cy="1559553"/>
          </a:xfrm>
        </p:grpSpPr>
        <p:sp>
          <p:nvSpPr>
            <p:cNvPr id="36" name="Freeform 36"/>
            <p:cNvSpPr/>
            <p:nvPr/>
          </p:nvSpPr>
          <p:spPr>
            <a:xfrm>
              <a:off x="0" y="0"/>
              <a:ext cx="11392" cy="1559553"/>
            </a:xfrm>
            <a:custGeom>
              <a:avLst/>
              <a:gdLst/>
              <a:ahLst/>
              <a:cxnLst/>
              <a:rect l="l" t="t" r="r" b="b"/>
              <a:pathLst>
                <a:path w="11392" h="1559553">
                  <a:moveTo>
                    <a:pt x="0" y="0"/>
                  </a:moveTo>
                  <a:lnTo>
                    <a:pt x="11392" y="0"/>
                  </a:lnTo>
                  <a:lnTo>
                    <a:pt x="11392" y="1559553"/>
                  </a:lnTo>
                  <a:lnTo>
                    <a:pt x="0" y="1559553"/>
                  </a:lnTo>
                  <a:close/>
                </a:path>
              </a:pathLst>
            </a:custGeom>
            <a:solidFill>
              <a:srgbClr val="1D88EB"/>
            </a:solidFill>
          </p:spPr>
        </p:sp>
        <p:sp>
          <p:nvSpPr>
            <p:cNvPr id="37" name="TextBox 37"/>
            <p:cNvSpPr txBox="1"/>
            <p:nvPr/>
          </p:nvSpPr>
          <p:spPr>
            <a:xfrm>
              <a:off x="0" y="-19050"/>
              <a:ext cx="11392" cy="1578603"/>
            </a:xfrm>
            <a:prstGeom prst="rect">
              <a:avLst/>
            </a:prstGeom>
          </p:spPr>
          <p:txBody>
            <a:bodyPr lIns="50800" tIns="50800" rIns="50800" bIns="50800" rtlCol="0" anchor="ctr"/>
            <a:lstStyle/>
            <a:p>
              <a:pPr algn="ctr">
                <a:lnSpc>
                  <a:spcPts val="2859"/>
                </a:lnSpc>
              </a:pPr>
              <a:endParaRPr/>
            </a:p>
          </p:txBody>
        </p:sp>
      </p:grpSp>
      <p:sp>
        <p:nvSpPr>
          <p:cNvPr id="38" name="Freeform 38"/>
          <p:cNvSpPr/>
          <p:nvPr/>
        </p:nvSpPr>
        <p:spPr>
          <a:xfrm rot="-5400000">
            <a:off x="11530491" y="4433816"/>
            <a:ext cx="10682471" cy="3072381"/>
          </a:xfrm>
          <a:custGeom>
            <a:avLst/>
            <a:gdLst/>
            <a:ahLst/>
            <a:cxnLst/>
            <a:rect l="l" t="t" r="r" b="b"/>
            <a:pathLst>
              <a:path w="10682471" h="3072381">
                <a:moveTo>
                  <a:pt x="0" y="0"/>
                </a:moveTo>
                <a:lnTo>
                  <a:pt x="10682472" y="0"/>
                </a:lnTo>
                <a:lnTo>
                  <a:pt x="10682472" y="3072381"/>
                </a:lnTo>
                <a:lnTo>
                  <a:pt x="0" y="3072381"/>
                </a:lnTo>
                <a:lnTo>
                  <a:pt x="0" y="0"/>
                </a:lnTo>
                <a:close/>
              </a:path>
            </a:pathLst>
          </a:custGeom>
          <a:blipFill>
            <a:blip r:embed="rId10"/>
            <a:stretch>
              <a:fillRect t="-7650" b="-7650"/>
            </a:stretch>
          </a:blipFill>
        </p:spPr>
      </p:sp>
      <p:sp>
        <p:nvSpPr>
          <p:cNvPr id="39" name="Freeform 39"/>
          <p:cNvSpPr/>
          <p:nvPr/>
        </p:nvSpPr>
        <p:spPr>
          <a:xfrm>
            <a:off x="5876884" y="4453470"/>
            <a:ext cx="6318096" cy="3814230"/>
          </a:xfrm>
          <a:custGeom>
            <a:avLst/>
            <a:gdLst/>
            <a:ahLst/>
            <a:cxnLst/>
            <a:rect l="l" t="t" r="r" b="b"/>
            <a:pathLst>
              <a:path w="6318096" h="3814230">
                <a:moveTo>
                  <a:pt x="0" y="0"/>
                </a:moveTo>
                <a:lnTo>
                  <a:pt x="6318097" y="0"/>
                </a:lnTo>
                <a:lnTo>
                  <a:pt x="6318097" y="3814230"/>
                </a:lnTo>
                <a:lnTo>
                  <a:pt x="0" y="3814230"/>
                </a:lnTo>
                <a:lnTo>
                  <a:pt x="0" y="0"/>
                </a:lnTo>
                <a:close/>
              </a:path>
            </a:pathLst>
          </a:custGeom>
          <a:blipFill>
            <a:blip r:embed="rId11"/>
            <a:stretch>
              <a:fillRect l="-3550"/>
            </a:stretch>
          </a:blipFill>
        </p:spPr>
        <p:txBody>
          <a:bodyPr/>
          <a:lstStyle/>
          <a:p>
            <a:endParaRPr lang="en-PH" dirty="0"/>
          </a:p>
        </p:txBody>
      </p:sp>
      <p:sp>
        <p:nvSpPr>
          <p:cNvPr id="40" name="TextBox 40"/>
          <p:cNvSpPr txBox="1"/>
          <p:nvPr/>
        </p:nvSpPr>
        <p:spPr>
          <a:xfrm>
            <a:off x="5757062" y="3286228"/>
            <a:ext cx="6314424" cy="580389"/>
          </a:xfrm>
          <a:prstGeom prst="rect">
            <a:avLst/>
          </a:prstGeom>
        </p:spPr>
        <p:txBody>
          <a:bodyPr lIns="0" tIns="0" rIns="0" bIns="0" rtlCol="0" anchor="t">
            <a:spAutoFit/>
          </a:bodyPr>
          <a:lstStyle/>
          <a:p>
            <a:pPr algn="ctr">
              <a:lnSpc>
                <a:spcPts val="4760"/>
              </a:lnSpc>
            </a:pPr>
            <a:r>
              <a:rPr lang="en-US" sz="3400">
                <a:solidFill>
                  <a:srgbClr val="000000"/>
                </a:solidFill>
                <a:latin typeface="Canva Sans Bold"/>
                <a:ea typeface="Canva Sans Bold"/>
                <a:cs typeface="Canva Sans Bold"/>
                <a:sym typeface="Canva Sans Bold"/>
              </a:rPr>
              <a:t>MKTG50</a:t>
            </a:r>
          </a:p>
        </p:txBody>
      </p:sp>
      <p:sp>
        <p:nvSpPr>
          <p:cNvPr id="43" name="TextBox 42">
            <a:extLst>
              <a:ext uri="{FF2B5EF4-FFF2-40B4-BE49-F238E27FC236}">
                <a16:creationId xmlns:a16="http://schemas.microsoft.com/office/drawing/2014/main" id="{3E2228AB-1D55-F7E6-1256-418AE66F27E5}"/>
              </a:ext>
            </a:extLst>
          </p:cNvPr>
          <p:cNvSpPr txBox="1"/>
          <p:nvPr/>
        </p:nvSpPr>
        <p:spPr>
          <a:xfrm>
            <a:off x="3967316" y="5515585"/>
            <a:ext cx="9881418" cy="369332"/>
          </a:xfrm>
          <a:prstGeom prst="rect">
            <a:avLst/>
          </a:prstGeom>
          <a:noFill/>
        </p:spPr>
        <p:txBody>
          <a:bodyPr wrap="square">
            <a:spAutoFit/>
          </a:bodyPr>
          <a:lstStyle/>
          <a:p>
            <a:endParaRPr lang="en-PH" dirty="0"/>
          </a:p>
        </p:txBody>
      </p:sp>
      <p:sp>
        <p:nvSpPr>
          <p:cNvPr id="47" name="TextBox 46">
            <a:extLst>
              <a:ext uri="{FF2B5EF4-FFF2-40B4-BE49-F238E27FC236}">
                <a16:creationId xmlns:a16="http://schemas.microsoft.com/office/drawing/2014/main" id="{2937A5D0-2277-C351-A9CD-57EB2BA0B3E3}"/>
              </a:ext>
            </a:extLst>
          </p:cNvPr>
          <p:cNvSpPr txBox="1"/>
          <p:nvPr/>
        </p:nvSpPr>
        <p:spPr>
          <a:xfrm>
            <a:off x="3967316" y="5515585"/>
            <a:ext cx="9881418" cy="369332"/>
          </a:xfrm>
          <a:prstGeom prst="rect">
            <a:avLst/>
          </a:prstGeom>
          <a:noFill/>
        </p:spPr>
        <p:txBody>
          <a:bodyPr wrap="square">
            <a:spAutoFit/>
          </a:bodyPr>
          <a:lstStyle/>
          <a:p>
            <a:endParaRPr lang="en-PH" dirty="0"/>
          </a:p>
        </p:txBody>
      </p:sp>
      <p:sp>
        <p:nvSpPr>
          <p:cNvPr id="41" name="TextBox 19">
            <a:extLst>
              <a:ext uri="{FF2B5EF4-FFF2-40B4-BE49-F238E27FC236}">
                <a16:creationId xmlns:a16="http://schemas.microsoft.com/office/drawing/2014/main" id="{19F725FB-5D8D-9D1A-C13E-7BE4252F2CAE}"/>
              </a:ext>
            </a:extLst>
          </p:cNvPr>
          <p:cNvSpPr txBox="1"/>
          <p:nvPr/>
        </p:nvSpPr>
        <p:spPr>
          <a:xfrm>
            <a:off x="918937" y="6288211"/>
            <a:ext cx="15681465" cy="1674689"/>
          </a:xfrm>
          <a:prstGeom prst="rect">
            <a:avLst/>
          </a:prstGeom>
        </p:spPr>
        <p:txBody>
          <a:bodyPr lIns="0" tIns="0" rIns="0" bIns="0" rtlCol="0" anchor="t">
            <a:spAutoFit/>
          </a:bodyPr>
          <a:lstStyle/>
          <a:p>
            <a:pPr algn="ctr">
              <a:lnSpc>
                <a:spcPts val="15259"/>
              </a:lnSpc>
            </a:pPr>
            <a:r>
              <a:rPr lang="en-US" sz="5400" dirty="0">
                <a:solidFill>
                  <a:srgbClr val="000000"/>
                </a:solidFill>
                <a:latin typeface="Aqua Embrace" panose="020B0604020202020204" charset="-128"/>
                <a:ea typeface="Aqua Embrace" panose="020B0604020202020204" charset="-128"/>
                <a:cs typeface="Aqua Embrace"/>
                <a:sym typeface="Aqua Embrace"/>
              </a:rPr>
              <a:t>Motivation, Ability and Opportunity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597161-E765-FA28-8916-F90C96961EC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0D7F508-AD39-85A2-457E-A92F1E7CA319}"/>
              </a:ext>
            </a:extLst>
          </p:cNvPr>
          <p:cNvSpPr/>
          <p:nvPr/>
        </p:nvSpPr>
        <p:spPr>
          <a:xfrm>
            <a:off x="0" y="-11061"/>
            <a:ext cx="6096000" cy="114300"/>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Rectangle 2">
            <a:extLst>
              <a:ext uri="{FF2B5EF4-FFF2-40B4-BE49-F238E27FC236}">
                <a16:creationId xmlns:a16="http://schemas.microsoft.com/office/drawing/2014/main" id="{FBFEA7E7-A9EF-B70F-7407-6DA430E5B8CF}"/>
              </a:ext>
            </a:extLst>
          </p:cNvPr>
          <p:cNvSpPr/>
          <p:nvPr/>
        </p:nvSpPr>
        <p:spPr>
          <a:xfrm>
            <a:off x="6248400" y="0"/>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 name="Rectangle 3">
            <a:extLst>
              <a:ext uri="{FF2B5EF4-FFF2-40B4-BE49-F238E27FC236}">
                <a16:creationId xmlns:a16="http://schemas.microsoft.com/office/drawing/2014/main" id="{33AF9E1C-0F93-2646-53FE-8B1ABBBF87B1}"/>
              </a:ext>
            </a:extLst>
          </p:cNvPr>
          <p:cNvSpPr/>
          <p:nvPr/>
        </p:nvSpPr>
        <p:spPr>
          <a:xfrm>
            <a:off x="12344400" y="0"/>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 name="Rectangle 4">
            <a:extLst>
              <a:ext uri="{FF2B5EF4-FFF2-40B4-BE49-F238E27FC236}">
                <a16:creationId xmlns:a16="http://schemas.microsoft.com/office/drawing/2014/main" id="{EBF51009-C196-B78D-2603-433B1D04E2E5}"/>
              </a:ext>
            </a:extLst>
          </p:cNvPr>
          <p:cNvSpPr/>
          <p:nvPr/>
        </p:nvSpPr>
        <p:spPr>
          <a:xfrm>
            <a:off x="0" y="10154265"/>
            <a:ext cx="6096000" cy="114300"/>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6" name="Rectangle 5">
            <a:extLst>
              <a:ext uri="{FF2B5EF4-FFF2-40B4-BE49-F238E27FC236}">
                <a16:creationId xmlns:a16="http://schemas.microsoft.com/office/drawing/2014/main" id="{A6FE01C5-05E7-58B0-89A2-86024897702F}"/>
              </a:ext>
            </a:extLst>
          </p:cNvPr>
          <p:cNvSpPr/>
          <p:nvPr/>
        </p:nvSpPr>
        <p:spPr>
          <a:xfrm>
            <a:off x="6248400" y="10172700"/>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 name="Rectangle 6">
            <a:extLst>
              <a:ext uri="{FF2B5EF4-FFF2-40B4-BE49-F238E27FC236}">
                <a16:creationId xmlns:a16="http://schemas.microsoft.com/office/drawing/2014/main" id="{4778B94C-E866-FFA8-52A1-B07BDFBF3234}"/>
              </a:ext>
            </a:extLst>
          </p:cNvPr>
          <p:cNvSpPr/>
          <p:nvPr/>
        </p:nvSpPr>
        <p:spPr>
          <a:xfrm>
            <a:off x="12344400" y="10165326"/>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nvGrpSpPr>
          <p:cNvPr id="14" name="Group 30">
            <a:extLst>
              <a:ext uri="{FF2B5EF4-FFF2-40B4-BE49-F238E27FC236}">
                <a16:creationId xmlns:a16="http://schemas.microsoft.com/office/drawing/2014/main" id="{24BC5E51-A773-139C-EC16-541D72882264}"/>
              </a:ext>
            </a:extLst>
          </p:cNvPr>
          <p:cNvGrpSpPr/>
          <p:nvPr/>
        </p:nvGrpSpPr>
        <p:grpSpPr>
          <a:xfrm>
            <a:off x="-172611" y="9338569"/>
            <a:ext cx="3930275" cy="891767"/>
            <a:chOff x="0" y="0"/>
            <a:chExt cx="5240366" cy="1189023"/>
          </a:xfrm>
        </p:grpSpPr>
        <p:sp>
          <p:nvSpPr>
            <p:cNvPr id="15" name="Freeform 31">
              <a:extLst>
                <a:ext uri="{FF2B5EF4-FFF2-40B4-BE49-F238E27FC236}">
                  <a16:creationId xmlns:a16="http://schemas.microsoft.com/office/drawing/2014/main" id="{F136D961-C353-5EE4-F943-95EC13871D6E}"/>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16" name="Freeform 32">
              <a:extLst>
                <a:ext uri="{FF2B5EF4-FFF2-40B4-BE49-F238E27FC236}">
                  <a16:creationId xmlns:a16="http://schemas.microsoft.com/office/drawing/2014/main" id="{0459D10A-0640-6F4C-41C7-9496ED11B968}"/>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17" name="Freeform 33">
              <a:extLst>
                <a:ext uri="{FF2B5EF4-FFF2-40B4-BE49-F238E27FC236}">
                  <a16:creationId xmlns:a16="http://schemas.microsoft.com/office/drawing/2014/main" id="{11C66731-199D-3DF8-E7A5-D8E9A305CB85}"/>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18" name="Freeform 34">
              <a:extLst>
                <a:ext uri="{FF2B5EF4-FFF2-40B4-BE49-F238E27FC236}">
                  <a16:creationId xmlns:a16="http://schemas.microsoft.com/office/drawing/2014/main" id="{60ABC29B-087A-CB28-3B8D-03D7F1B091B4}"/>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grpSp>
        <p:nvGrpSpPr>
          <p:cNvPr id="19" name="Group 30">
            <a:extLst>
              <a:ext uri="{FF2B5EF4-FFF2-40B4-BE49-F238E27FC236}">
                <a16:creationId xmlns:a16="http://schemas.microsoft.com/office/drawing/2014/main" id="{ABF0D7A6-F2DB-5001-1E52-20F60DBFC2C9}"/>
              </a:ext>
            </a:extLst>
          </p:cNvPr>
          <p:cNvGrpSpPr/>
          <p:nvPr/>
        </p:nvGrpSpPr>
        <p:grpSpPr>
          <a:xfrm>
            <a:off x="3597937" y="9326382"/>
            <a:ext cx="3930275" cy="891767"/>
            <a:chOff x="0" y="0"/>
            <a:chExt cx="5240366" cy="1189023"/>
          </a:xfrm>
        </p:grpSpPr>
        <p:sp>
          <p:nvSpPr>
            <p:cNvPr id="20" name="Freeform 31">
              <a:extLst>
                <a:ext uri="{FF2B5EF4-FFF2-40B4-BE49-F238E27FC236}">
                  <a16:creationId xmlns:a16="http://schemas.microsoft.com/office/drawing/2014/main" id="{810A3797-746E-91CF-ECBF-6CC3A8F72F5B}"/>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21" name="Freeform 32">
              <a:extLst>
                <a:ext uri="{FF2B5EF4-FFF2-40B4-BE49-F238E27FC236}">
                  <a16:creationId xmlns:a16="http://schemas.microsoft.com/office/drawing/2014/main" id="{A46D6361-3349-6280-0363-B03BE781A17A}"/>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22" name="Freeform 33">
              <a:extLst>
                <a:ext uri="{FF2B5EF4-FFF2-40B4-BE49-F238E27FC236}">
                  <a16:creationId xmlns:a16="http://schemas.microsoft.com/office/drawing/2014/main" id="{29785486-BDEA-108A-17A1-FFCD1499A102}"/>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23" name="Freeform 34">
              <a:extLst>
                <a:ext uri="{FF2B5EF4-FFF2-40B4-BE49-F238E27FC236}">
                  <a16:creationId xmlns:a16="http://schemas.microsoft.com/office/drawing/2014/main" id="{70C83278-F972-5BD9-18E5-3CA4C7DD23B7}"/>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grpSp>
        <p:nvGrpSpPr>
          <p:cNvPr id="24" name="Group 30">
            <a:extLst>
              <a:ext uri="{FF2B5EF4-FFF2-40B4-BE49-F238E27FC236}">
                <a16:creationId xmlns:a16="http://schemas.microsoft.com/office/drawing/2014/main" id="{776C5A6F-8D34-BEBA-9FBF-01F735A6596B}"/>
              </a:ext>
            </a:extLst>
          </p:cNvPr>
          <p:cNvGrpSpPr/>
          <p:nvPr/>
        </p:nvGrpSpPr>
        <p:grpSpPr>
          <a:xfrm>
            <a:off x="7418962" y="9257303"/>
            <a:ext cx="3930275" cy="891767"/>
            <a:chOff x="0" y="0"/>
            <a:chExt cx="5240366" cy="1189023"/>
          </a:xfrm>
        </p:grpSpPr>
        <p:sp>
          <p:nvSpPr>
            <p:cNvPr id="25" name="Freeform 31">
              <a:extLst>
                <a:ext uri="{FF2B5EF4-FFF2-40B4-BE49-F238E27FC236}">
                  <a16:creationId xmlns:a16="http://schemas.microsoft.com/office/drawing/2014/main" id="{7EADB7CE-E0DC-A37E-CFA9-CA391FBDC949}"/>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26" name="Freeform 32">
              <a:extLst>
                <a:ext uri="{FF2B5EF4-FFF2-40B4-BE49-F238E27FC236}">
                  <a16:creationId xmlns:a16="http://schemas.microsoft.com/office/drawing/2014/main" id="{FE7B653A-D5DF-B701-0B01-B5AF7D9E4A25}"/>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27" name="Freeform 33">
              <a:extLst>
                <a:ext uri="{FF2B5EF4-FFF2-40B4-BE49-F238E27FC236}">
                  <a16:creationId xmlns:a16="http://schemas.microsoft.com/office/drawing/2014/main" id="{FCFA3BF7-ECA3-DE4E-4F31-C8B2D9DBC994}"/>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28" name="Freeform 34">
              <a:extLst>
                <a:ext uri="{FF2B5EF4-FFF2-40B4-BE49-F238E27FC236}">
                  <a16:creationId xmlns:a16="http://schemas.microsoft.com/office/drawing/2014/main" id="{3CF50DA8-1C7A-97BC-757C-D80C5B84EC69}"/>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grpSp>
        <p:nvGrpSpPr>
          <p:cNvPr id="29" name="Group 30">
            <a:extLst>
              <a:ext uri="{FF2B5EF4-FFF2-40B4-BE49-F238E27FC236}">
                <a16:creationId xmlns:a16="http://schemas.microsoft.com/office/drawing/2014/main" id="{5E499332-ADDC-47ED-AA72-D0B6F6953733}"/>
              </a:ext>
            </a:extLst>
          </p:cNvPr>
          <p:cNvGrpSpPr/>
          <p:nvPr/>
        </p:nvGrpSpPr>
        <p:grpSpPr>
          <a:xfrm>
            <a:off x="11189510" y="9264956"/>
            <a:ext cx="3930275" cy="891767"/>
            <a:chOff x="0" y="0"/>
            <a:chExt cx="5240366" cy="1189023"/>
          </a:xfrm>
        </p:grpSpPr>
        <p:sp>
          <p:nvSpPr>
            <p:cNvPr id="30" name="Freeform 31">
              <a:extLst>
                <a:ext uri="{FF2B5EF4-FFF2-40B4-BE49-F238E27FC236}">
                  <a16:creationId xmlns:a16="http://schemas.microsoft.com/office/drawing/2014/main" id="{927010D4-BFED-FE9E-DB69-ED787D95151B}"/>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31" name="Freeform 32">
              <a:extLst>
                <a:ext uri="{FF2B5EF4-FFF2-40B4-BE49-F238E27FC236}">
                  <a16:creationId xmlns:a16="http://schemas.microsoft.com/office/drawing/2014/main" id="{1F7DA4B4-E322-3E20-6693-D4444A734C3E}"/>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32" name="Freeform 33">
              <a:extLst>
                <a:ext uri="{FF2B5EF4-FFF2-40B4-BE49-F238E27FC236}">
                  <a16:creationId xmlns:a16="http://schemas.microsoft.com/office/drawing/2014/main" id="{8F22AB4B-58EE-D85E-9E6F-8A551145BF26}"/>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33" name="Freeform 34">
              <a:extLst>
                <a:ext uri="{FF2B5EF4-FFF2-40B4-BE49-F238E27FC236}">
                  <a16:creationId xmlns:a16="http://schemas.microsoft.com/office/drawing/2014/main" id="{05E06425-BF29-9151-723C-9ADC20B940FA}"/>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grpSp>
        <p:nvGrpSpPr>
          <p:cNvPr id="34" name="Group 30">
            <a:extLst>
              <a:ext uri="{FF2B5EF4-FFF2-40B4-BE49-F238E27FC236}">
                <a16:creationId xmlns:a16="http://schemas.microsoft.com/office/drawing/2014/main" id="{43101A5A-B444-8E03-21D3-560332903E6F}"/>
              </a:ext>
            </a:extLst>
          </p:cNvPr>
          <p:cNvGrpSpPr/>
          <p:nvPr/>
        </p:nvGrpSpPr>
        <p:grpSpPr>
          <a:xfrm>
            <a:off x="14849554" y="9299398"/>
            <a:ext cx="3930275" cy="891767"/>
            <a:chOff x="0" y="0"/>
            <a:chExt cx="5240366" cy="1189023"/>
          </a:xfrm>
        </p:grpSpPr>
        <p:sp>
          <p:nvSpPr>
            <p:cNvPr id="35" name="Freeform 31">
              <a:extLst>
                <a:ext uri="{FF2B5EF4-FFF2-40B4-BE49-F238E27FC236}">
                  <a16:creationId xmlns:a16="http://schemas.microsoft.com/office/drawing/2014/main" id="{AD849E15-61E6-EC07-2B7D-51FA82AA8A0F}"/>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36" name="Freeform 32">
              <a:extLst>
                <a:ext uri="{FF2B5EF4-FFF2-40B4-BE49-F238E27FC236}">
                  <a16:creationId xmlns:a16="http://schemas.microsoft.com/office/drawing/2014/main" id="{D3F4D1B3-5D7B-DC32-ACCF-D15884073725}"/>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37" name="Freeform 33">
              <a:extLst>
                <a:ext uri="{FF2B5EF4-FFF2-40B4-BE49-F238E27FC236}">
                  <a16:creationId xmlns:a16="http://schemas.microsoft.com/office/drawing/2014/main" id="{898C5F7C-5E0D-88FD-7DAF-23632B61EDC5}"/>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38" name="Freeform 34">
              <a:extLst>
                <a:ext uri="{FF2B5EF4-FFF2-40B4-BE49-F238E27FC236}">
                  <a16:creationId xmlns:a16="http://schemas.microsoft.com/office/drawing/2014/main" id="{D1843E47-99F6-215B-777C-C3A7651DE580}"/>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sp>
        <p:nvSpPr>
          <p:cNvPr id="8" name="Freeform 17">
            <a:extLst>
              <a:ext uri="{FF2B5EF4-FFF2-40B4-BE49-F238E27FC236}">
                <a16:creationId xmlns:a16="http://schemas.microsoft.com/office/drawing/2014/main" id="{DF871738-FD02-63CD-C280-6747CCBE8569}"/>
              </a:ext>
            </a:extLst>
          </p:cNvPr>
          <p:cNvSpPr/>
          <p:nvPr/>
        </p:nvSpPr>
        <p:spPr>
          <a:xfrm>
            <a:off x="326130" y="521285"/>
            <a:ext cx="9122670" cy="891767"/>
          </a:xfrm>
          <a:custGeom>
            <a:avLst/>
            <a:gdLst/>
            <a:ahLst/>
            <a:cxnLst/>
            <a:rect l="l" t="t" r="r" b="b"/>
            <a:pathLst>
              <a:path w="3432585" h="571910">
                <a:moveTo>
                  <a:pt x="30295" y="0"/>
                </a:moveTo>
                <a:lnTo>
                  <a:pt x="3402290" y="0"/>
                </a:lnTo>
                <a:cubicBezTo>
                  <a:pt x="3410325" y="0"/>
                  <a:pt x="3418031" y="3192"/>
                  <a:pt x="3423712" y="8873"/>
                </a:cubicBezTo>
                <a:cubicBezTo>
                  <a:pt x="3429393" y="14555"/>
                  <a:pt x="3432585" y="22260"/>
                  <a:pt x="3432585" y="30295"/>
                </a:cubicBezTo>
                <a:lnTo>
                  <a:pt x="3432585" y="541615"/>
                </a:lnTo>
                <a:cubicBezTo>
                  <a:pt x="3432585" y="558347"/>
                  <a:pt x="3419022" y="571910"/>
                  <a:pt x="3402290" y="571910"/>
                </a:cubicBezTo>
                <a:lnTo>
                  <a:pt x="30295" y="571910"/>
                </a:lnTo>
                <a:cubicBezTo>
                  <a:pt x="22260" y="571910"/>
                  <a:pt x="14555" y="568719"/>
                  <a:pt x="8873" y="563037"/>
                </a:cubicBezTo>
                <a:cubicBezTo>
                  <a:pt x="3192" y="557356"/>
                  <a:pt x="0" y="549650"/>
                  <a:pt x="0" y="541615"/>
                </a:cubicBezTo>
                <a:lnTo>
                  <a:pt x="0" y="30295"/>
                </a:lnTo>
                <a:cubicBezTo>
                  <a:pt x="0" y="22260"/>
                  <a:pt x="3192" y="14555"/>
                  <a:pt x="8873" y="8873"/>
                </a:cubicBezTo>
                <a:cubicBezTo>
                  <a:pt x="14555" y="3192"/>
                  <a:pt x="22260" y="0"/>
                  <a:pt x="30295" y="0"/>
                </a:cubicBezTo>
                <a:close/>
              </a:path>
            </a:pathLst>
          </a:custGeom>
          <a:solidFill>
            <a:schemeClr val="accent6">
              <a:lumMod val="75000"/>
            </a:schemeClr>
          </a:solidFill>
          <a:ln w="66675" cap="rnd">
            <a:solidFill>
              <a:schemeClr val="accent6">
                <a:lumMod val="75000"/>
              </a:schemeClr>
            </a:solidFill>
            <a:prstDash val="solid"/>
            <a:round/>
          </a:ln>
        </p:spPr>
        <p:txBody>
          <a:bodyPr/>
          <a:lstStyle/>
          <a:p>
            <a:endParaRPr lang="en-PH" dirty="0"/>
          </a:p>
        </p:txBody>
      </p:sp>
      <p:sp>
        <p:nvSpPr>
          <p:cNvPr id="9" name="TextBox 18">
            <a:extLst>
              <a:ext uri="{FF2B5EF4-FFF2-40B4-BE49-F238E27FC236}">
                <a16:creationId xmlns:a16="http://schemas.microsoft.com/office/drawing/2014/main" id="{FCD9223F-0FB1-C1FD-2F62-2A20B58C28FE}"/>
              </a:ext>
            </a:extLst>
          </p:cNvPr>
          <p:cNvSpPr txBox="1"/>
          <p:nvPr/>
        </p:nvSpPr>
        <p:spPr>
          <a:xfrm>
            <a:off x="533400" y="647700"/>
            <a:ext cx="8610599" cy="609600"/>
          </a:xfrm>
          <a:prstGeom prst="rect">
            <a:avLst/>
          </a:prstGeom>
          <a:solidFill>
            <a:srgbClr val="FFC000"/>
          </a:solidFill>
          <a:ln>
            <a:solidFill>
              <a:srgbClr val="FFC000"/>
            </a:solidFill>
          </a:ln>
        </p:spPr>
        <p:txBody>
          <a:bodyPr lIns="50800" tIns="50800" rIns="50800" bIns="50800" rtlCol="0" anchor="ctr"/>
          <a:lstStyle/>
          <a:p>
            <a:pPr algn="ctr"/>
            <a:r>
              <a:rPr lang="en-US" sz="3600" b="1" dirty="0">
                <a:latin typeface="Arial" panose="020B0604020202020204" pitchFamily="34" charset="0"/>
                <a:ea typeface="Calibri" panose="020F0502020204030204" pitchFamily="34" charset="0"/>
                <a:cs typeface="Arial" panose="020B0604020202020204" pitchFamily="34" charset="0"/>
              </a:rPr>
              <a:t>MOTIVATION</a:t>
            </a:r>
            <a:endParaRPr lang="en-US" sz="8800"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8F71017E-A7B6-54E1-2336-46F32FA5D59F}"/>
              </a:ext>
            </a:extLst>
          </p:cNvPr>
          <p:cNvSpPr txBox="1"/>
          <p:nvPr/>
        </p:nvSpPr>
        <p:spPr>
          <a:xfrm>
            <a:off x="431910" y="2461574"/>
            <a:ext cx="9550289" cy="3535199"/>
          </a:xfrm>
          <a:prstGeom prst="rect">
            <a:avLst/>
          </a:prstGeom>
          <a:noFill/>
        </p:spPr>
        <p:txBody>
          <a:bodyPr wrap="square">
            <a:spAutoFit/>
          </a:bodyPr>
          <a:lstStyle/>
          <a:p>
            <a:pPr algn="just">
              <a:lnSpc>
                <a:spcPct val="107000"/>
              </a:lnSpc>
              <a:spcAft>
                <a:spcPts val="800"/>
              </a:spcAft>
            </a:pPr>
            <a:r>
              <a:rPr lang="en-US" sz="3200" b="1" kern="100" dirty="0">
                <a:effectLst/>
                <a:latin typeface="Arial" panose="020B0604020202020204" pitchFamily="34" charset="0"/>
                <a:ea typeface="Calibri" panose="020F0502020204030204" pitchFamily="34" charset="0"/>
                <a:cs typeface="Times New Roman" panose="02020603050405020304" pitchFamily="18" charset="0"/>
              </a:rPr>
              <a:t>Motivation</a:t>
            </a:r>
            <a:r>
              <a:rPr lang="en-US" sz="3200" kern="100" dirty="0">
                <a:effectLst/>
                <a:latin typeface="Arial" panose="020B0604020202020204" pitchFamily="34" charset="0"/>
                <a:ea typeface="Calibri" panose="020F0502020204030204" pitchFamily="34" charset="0"/>
                <a:cs typeface="Times New Roman" panose="02020603050405020304" pitchFamily="18" charset="0"/>
              </a:rPr>
              <a:t> is what moves people, “an inner state of</a:t>
            </a:r>
          </a:p>
          <a:p>
            <a:pPr algn="just">
              <a:lnSpc>
                <a:spcPct val="107000"/>
              </a:lnSpc>
              <a:spcAft>
                <a:spcPts val="800"/>
              </a:spcAft>
            </a:pPr>
            <a:r>
              <a:rPr lang="en-US" sz="3200" kern="100" dirty="0">
                <a:effectLst/>
                <a:latin typeface="Arial" panose="020B0604020202020204" pitchFamily="34" charset="0"/>
                <a:ea typeface="Calibri" panose="020F0502020204030204" pitchFamily="34" charset="0"/>
                <a:cs typeface="Times New Roman" panose="02020603050405020304" pitchFamily="18" charset="0"/>
              </a:rPr>
              <a:t>Activation ”with the activated energy directed to achieving a goal.</a:t>
            </a:r>
          </a:p>
          <a:p>
            <a:pPr algn="just">
              <a:lnSpc>
                <a:spcPct val="107000"/>
              </a:lnSpc>
              <a:spcAft>
                <a:spcPts val="800"/>
              </a:spcAft>
            </a:pPr>
            <a:endParaRPr lang="en-US" sz="3200" kern="100" dirty="0">
              <a:effectLst/>
              <a:latin typeface="Arial" panose="020B060402020202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3200" kern="100" dirty="0">
                <a:effectLst/>
                <a:latin typeface="Arial" panose="020B0604020202020204" pitchFamily="34" charset="0"/>
                <a:ea typeface="Calibri" panose="020F0502020204030204" pitchFamily="34" charset="0"/>
                <a:cs typeface="Times New Roman" panose="02020603050405020304" pitchFamily="18" charset="0"/>
              </a:rPr>
              <a:t>The motivated consumer is energized, ready and willing to engage in a goal-relevant activity.</a:t>
            </a:r>
            <a:endParaRPr lang="en-PH" sz="32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0" name="Picture 9">
            <a:extLst>
              <a:ext uri="{FF2B5EF4-FFF2-40B4-BE49-F238E27FC236}">
                <a16:creationId xmlns:a16="http://schemas.microsoft.com/office/drawing/2014/main" id="{285240D5-8CD5-1D86-83B6-AAFB71E152B0}"/>
              </a:ext>
            </a:extLst>
          </p:cNvPr>
          <p:cNvPicPr>
            <a:picLocks noChangeAspect="1"/>
          </p:cNvPicPr>
          <p:nvPr/>
        </p:nvPicPr>
        <p:blipFill>
          <a:blip r:embed="rId7"/>
          <a:srcRect r="26660"/>
          <a:stretch>
            <a:fillRect/>
          </a:stretch>
        </p:blipFill>
        <p:spPr>
          <a:xfrm>
            <a:off x="11063257" y="2461574"/>
            <a:ext cx="7224743" cy="5171786"/>
          </a:xfrm>
          <a:prstGeom prst="rect">
            <a:avLst/>
          </a:prstGeom>
        </p:spPr>
      </p:pic>
    </p:spTree>
    <p:extLst>
      <p:ext uri="{BB962C8B-B14F-4D97-AF65-F5344CB8AC3E}">
        <p14:creationId xmlns:p14="http://schemas.microsoft.com/office/powerpoint/2010/main" val="25002044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E46BE-96FC-9CA2-0594-643C22C3941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EAEE20A-849F-E1CB-84D8-98BE2AE7EC56}"/>
              </a:ext>
            </a:extLst>
          </p:cNvPr>
          <p:cNvSpPr/>
          <p:nvPr/>
        </p:nvSpPr>
        <p:spPr>
          <a:xfrm>
            <a:off x="0" y="-11061"/>
            <a:ext cx="6096000" cy="114300"/>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Rectangle 2">
            <a:extLst>
              <a:ext uri="{FF2B5EF4-FFF2-40B4-BE49-F238E27FC236}">
                <a16:creationId xmlns:a16="http://schemas.microsoft.com/office/drawing/2014/main" id="{41CF688B-6D2B-D270-DA9D-74F647CE3BB6}"/>
              </a:ext>
            </a:extLst>
          </p:cNvPr>
          <p:cNvSpPr/>
          <p:nvPr/>
        </p:nvSpPr>
        <p:spPr>
          <a:xfrm>
            <a:off x="6248400" y="0"/>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 name="Rectangle 3">
            <a:extLst>
              <a:ext uri="{FF2B5EF4-FFF2-40B4-BE49-F238E27FC236}">
                <a16:creationId xmlns:a16="http://schemas.microsoft.com/office/drawing/2014/main" id="{9AA2F8B1-79E0-169A-333C-BF5CF78A2D8B}"/>
              </a:ext>
            </a:extLst>
          </p:cNvPr>
          <p:cNvSpPr/>
          <p:nvPr/>
        </p:nvSpPr>
        <p:spPr>
          <a:xfrm>
            <a:off x="12344400" y="0"/>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 name="Rectangle 4">
            <a:extLst>
              <a:ext uri="{FF2B5EF4-FFF2-40B4-BE49-F238E27FC236}">
                <a16:creationId xmlns:a16="http://schemas.microsoft.com/office/drawing/2014/main" id="{FFD9C7C3-17B3-411D-011B-365D07CFD65F}"/>
              </a:ext>
            </a:extLst>
          </p:cNvPr>
          <p:cNvSpPr/>
          <p:nvPr/>
        </p:nvSpPr>
        <p:spPr>
          <a:xfrm>
            <a:off x="0" y="10154265"/>
            <a:ext cx="6096000" cy="114300"/>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6" name="Rectangle 5">
            <a:extLst>
              <a:ext uri="{FF2B5EF4-FFF2-40B4-BE49-F238E27FC236}">
                <a16:creationId xmlns:a16="http://schemas.microsoft.com/office/drawing/2014/main" id="{0A9618EA-1882-865E-E0CC-47D303370349}"/>
              </a:ext>
            </a:extLst>
          </p:cNvPr>
          <p:cNvSpPr/>
          <p:nvPr/>
        </p:nvSpPr>
        <p:spPr>
          <a:xfrm>
            <a:off x="6248400" y="10165326"/>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 name="Rectangle 6">
            <a:extLst>
              <a:ext uri="{FF2B5EF4-FFF2-40B4-BE49-F238E27FC236}">
                <a16:creationId xmlns:a16="http://schemas.microsoft.com/office/drawing/2014/main" id="{AC180779-09A6-8867-5A21-B0FC781DCF63}"/>
              </a:ext>
            </a:extLst>
          </p:cNvPr>
          <p:cNvSpPr/>
          <p:nvPr/>
        </p:nvSpPr>
        <p:spPr>
          <a:xfrm>
            <a:off x="12344400" y="10165326"/>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nvGrpSpPr>
          <p:cNvPr id="14" name="Group 30">
            <a:extLst>
              <a:ext uri="{FF2B5EF4-FFF2-40B4-BE49-F238E27FC236}">
                <a16:creationId xmlns:a16="http://schemas.microsoft.com/office/drawing/2014/main" id="{967EDF7A-2F25-6ED6-6C41-71E207612893}"/>
              </a:ext>
            </a:extLst>
          </p:cNvPr>
          <p:cNvGrpSpPr/>
          <p:nvPr/>
        </p:nvGrpSpPr>
        <p:grpSpPr>
          <a:xfrm>
            <a:off x="-172611" y="9338569"/>
            <a:ext cx="3930275" cy="891767"/>
            <a:chOff x="0" y="0"/>
            <a:chExt cx="5240366" cy="1189023"/>
          </a:xfrm>
        </p:grpSpPr>
        <p:sp>
          <p:nvSpPr>
            <p:cNvPr id="15" name="Freeform 31">
              <a:extLst>
                <a:ext uri="{FF2B5EF4-FFF2-40B4-BE49-F238E27FC236}">
                  <a16:creationId xmlns:a16="http://schemas.microsoft.com/office/drawing/2014/main" id="{9ECF1785-4553-D41E-00AA-F3AFA1C8E86F}"/>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16" name="Freeform 32">
              <a:extLst>
                <a:ext uri="{FF2B5EF4-FFF2-40B4-BE49-F238E27FC236}">
                  <a16:creationId xmlns:a16="http://schemas.microsoft.com/office/drawing/2014/main" id="{95A5B37E-0378-A9CD-C872-1C8E6A5DA301}"/>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17" name="Freeform 33">
              <a:extLst>
                <a:ext uri="{FF2B5EF4-FFF2-40B4-BE49-F238E27FC236}">
                  <a16:creationId xmlns:a16="http://schemas.microsoft.com/office/drawing/2014/main" id="{06E6A037-74D8-DDAC-5ABE-EB63EE92E660}"/>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18" name="Freeform 34">
              <a:extLst>
                <a:ext uri="{FF2B5EF4-FFF2-40B4-BE49-F238E27FC236}">
                  <a16:creationId xmlns:a16="http://schemas.microsoft.com/office/drawing/2014/main" id="{D9FD9DF9-AFC4-7835-9DE6-2DCEC34D5F2F}"/>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grpSp>
        <p:nvGrpSpPr>
          <p:cNvPr id="19" name="Group 30">
            <a:extLst>
              <a:ext uri="{FF2B5EF4-FFF2-40B4-BE49-F238E27FC236}">
                <a16:creationId xmlns:a16="http://schemas.microsoft.com/office/drawing/2014/main" id="{DD839DD1-03AF-67D0-C184-673C78134D2E}"/>
              </a:ext>
            </a:extLst>
          </p:cNvPr>
          <p:cNvGrpSpPr/>
          <p:nvPr/>
        </p:nvGrpSpPr>
        <p:grpSpPr>
          <a:xfrm>
            <a:off x="3597937" y="9326382"/>
            <a:ext cx="3930275" cy="891767"/>
            <a:chOff x="0" y="0"/>
            <a:chExt cx="5240366" cy="1189023"/>
          </a:xfrm>
        </p:grpSpPr>
        <p:sp>
          <p:nvSpPr>
            <p:cNvPr id="20" name="Freeform 31">
              <a:extLst>
                <a:ext uri="{FF2B5EF4-FFF2-40B4-BE49-F238E27FC236}">
                  <a16:creationId xmlns:a16="http://schemas.microsoft.com/office/drawing/2014/main" id="{E0C9D809-EC0A-31AE-799C-9F1609A45AB3}"/>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21" name="Freeform 32">
              <a:extLst>
                <a:ext uri="{FF2B5EF4-FFF2-40B4-BE49-F238E27FC236}">
                  <a16:creationId xmlns:a16="http://schemas.microsoft.com/office/drawing/2014/main" id="{9C89424A-DFD0-F142-7CD4-AD43CC5026AB}"/>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22" name="Freeform 33">
              <a:extLst>
                <a:ext uri="{FF2B5EF4-FFF2-40B4-BE49-F238E27FC236}">
                  <a16:creationId xmlns:a16="http://schemas.microsoft.com/office/drawing/2014/main" id="{AEB5A110-86C9-99CD-282F-3BD8DC85C046}"/>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23" name="Freeform 34">
              <a:extLst>
                <a:ext uri="{FF2B5EF4-FFF2-40B4-BE49-F238E27FC236}">
                  <a16:creationId xmlns:a16="http://schemas.microsoft.com/office/drawing/2014/main" id="{BBF76F28-2D30-EDAE-03CB-B3478E3497EE}"/>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grpSp>
        <p:nvGrpSpPr>
          <p:cNvPr id="24" name="Group 30">
            <a:extLst>
              <a:ext uri="{FF2B5EF4-FFF2-40B4-BE49-F238E27FC236}">
                <a16:creationId xmlns:a16="http://schemas.microsoft.com/office/drawing/2014/main" id="{C2EBACCA-70A8-D35A-5068-96D209A4161C}"/>
              </a:ext>
            </a:extLst>
          </p:cNvPr>
          <p:cNvGrpSpPr/>
          <p:nvPr/>
        </p:nvGrpSpPr>
        <p:grpSpPr>
          <a:xfrm>
            <a:off x="7418962" y="9257303"/>
            <a:ext cx="3930275" cy="891767"/>
            <a:chOff x="0" y="0"/>
            <a:chExt cx="5240366" cy="1189023"/>
          </a:xfrm>
        </p:grpSpPr>
        <p:sp>
          <p:nvSpPr>
            <p:cNvPr id="25" name="Freeform 31">
              <a:extLst>
                <a:ext uri="{FF2B5EF4-FFF2-40B4-BE49-F238E27FC236}">
                  <a16:creationId xmlns:a16="http://schemas.microsoft.com/office/drawing/2014/main" id="{7A17CC0D-4DB6-DFBF-5F63-EF358A51C0AD}"/>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26" name="Freeform 32">
              <a:extLst>
                <a:ext uri="{FF2B5EF4-FFF2-40B4-BE49-F238E27FC236}">
                  <a16:creationId xmlns:a16="http://schemas.microsoft.com/office/drawing/2014/main" id="{75BF1527-DE28-69A2-D840-A4628489CCEC}"/>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27" name="Freeform 33">
              <a:extLst>
                <a:ext uri="{FF2B5EF4-FFF2-40B4-BE49-F238E27FC236}">
                  <a16:creationId xmlns:a16="http://schemas.microsoft.com/office/drawing/2014/main" id="{B2739760-9CFE-2BAD-4E2E-E2F7243E8721}"/>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28" name="Freeform 34">
              <a:extLst>
                <a:ext uri="{FF2B5EF4-FFF2-40B4-BE49-F238E27FC236}">
                  <a16:creationId xmlns:a16="http://schemas.microsoft.com/office/drawing/2014/main" id="{1A0BE3C8-0648-94D9-6481-7A62E2F6C4BB}"/>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grpSp>
        <p:nvGrpSpPr>
          <p:cNvPr id="29" name="Group 30">
            <a:extLst>
              <a:ext uri="{FF2B5EF4-FFF2-40B4-BE49-F238E27FC236}">
                <a16:creationId xmlns:a16="http://schemas.microsoft.com/office/drawing/2014/main" id="{2AE0AEF6-138E-7F78-E362-700B15696BA3}"/>
              </a:ext>
            </a:extLst>
          </p:cNvPr>
          <p:cNvGrpSpPr/>
          <p:nvPr/>
        </p:nvGrpSpPr>
        <p:grpSpPr>
          <a:xfrm>
            <a:off x="11189510" y="9264956"/>
            <a:ext cx="3930275" cy="891767"/>
            <a:chOff x="0" y="0"/>
            <a:chExt cx="5240366" cy="1189023"/>
          </a:xfrm>
        </p:grpSpPr>
        <p:sp>
          <p:nvSpPr>
            <p:cNvPr id="30" name="Freeform 31">
              <a:extLst>
                <a:ext uri="{FF2B5EF4-FFF2-40B4-BE49-F238E27FC236}">
                  <a16:creationId xmlns:a16="http://schemas.microsoft.com/office/drawing/2014/main" id="{246AEEEC-C59F-7FAC-2845-D59155C07D0C}"/>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31" name="Freeform 32">
              <a:extLst>
                <a:ext uri="{FF2B5EF4-FFF2-40B4-BE49-F238E27FC236}">
                  <a16:creationId xmlns:a16="http://schemas.microsoft.com/office/drawing/2014/main" id="{517E1A95-9886-8750-044E-E6103FB0D1EA}"/>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32" name="Freeform 33">
              <a:extLst>
                <a:ext uri="{FF2B5EF4-FFF2-40B4-BE49-F238E27FC236}">
                  <a16:creationId xmlns:a16="http://schemas.microsoft.com/office/drawing/2014/main" id="{45816E66-8970-7FDF-42E5-2ECCEC9E9BF0}"/>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33" name="Freeform 34">
              <a:extLst>
                <a:ext uri="{FF2B5EF4-FFF2-40B4-BE49-F238E27FC236}">
                  <a16:creationId xmlns:a16="http://schemas.microsoft.com/office/drawing/2014/main" id="{C832D63E-DAEA-DEC4-CFCF-DC4923BFE9BA}"/>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grpSp>
        <p:nvGrpSpPr>
          <p:cNvPr id="34" name="Group 30">
            <a:extLst>
              <a:ext uri="{FF2B5EF4-FFF2-40B4-BE49-F238E27FC236}">
                <a16:creationId xmlns:a16="http://schemas.microsoft.com/office/drawing/2014/main" id="{1A604D3F-EC41-A4D7-F5F2-837DE05D5609}"/>
              </a:ext>
            </a:extLst>
          </p:cNvPr>
          <p:cNvGrpSpPr/>
          <p:nvPr/>
        </p:nvGrpSpPr>
        <p:grpSpPr>
          <a:xfrm>
            <a:off x="14849554" y="9299398"/>
            <a:ext cx="3930275" cy="891767"/>
            <a:chOff x="0" y="0"/>
            <a:chExt cx="5240366" cy="1189023"/>
          </a:xfrm>
        </p:grpSpPr>
        <p:sp>
          <p:nvSpPr>
            <p:cNvPr id="35" name="Freeform 31">
              <a:extLst>
                <a:ext uri="{FF2B5EF4-FFF2-40B4-BE49-F238E27FC236}">
                  <a16:creationId xmlns:a16="http://schemas.microsoft.com/office/drawing/2014/main" id="{35CCB47B-7813-9296-50EF-AD2943C799C5}"/>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36" name="Freeform 32">
              <a:extLst>
                <a:ext uri="{FF2B5EF4-FFF2-40B4-BE49-F238E27FC236}">
                  <a16:creationId xmlns:a16="http://schemas.microsoft.com/office/drawing/2014/main" id="{4F2F1AC8-2448-B653-AA0A-1F8F3F792B32}"/>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37" name="Freeform 33">
              <a:extLst>
                <a:ext uri="{FF2B5EF4-FFF2-40B4-BE49-F238E27FC236}">
                  <a16:creationId xmlns:a16="http://schemas.microsoft.com/office/drawing/2014/main" id="{05841ABC-79D4-E098-7943-5EC249EC59AB}"/>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38" name="Freeform 34">
              <a:extLst>
                <a:ext uri="{FF2B5EF4-FFF2-40B4-BE49-F238E27FC236}">
                  <a16:creationId xmlns:a16="http://schemas.microsoft.com/office/drawing/2014/main" id="{3E4032E7-D9A5-88BA-CF4E-2791BF91B9EB}"/>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sp>
        <p:nvSpPr>
          <p:cNvPr id="8" name="Freeform 17">
            <a:extLst>
              <a:ext uri="{FF2B5EF4-FFF2-40B4-BE49-F238E27FC236}">
                <a16:creationId xmlns:a16="http://schemas.microsoft.com/office/drawing/2014/main" id="{3F7EE7BC-93CC-285D-D044-558F1A87BD67}"/>
              </a:ext>
            </a:extLst>
          </p:cNvPr>
          <p:cNvSpPr/>
          <p:nvPr/>
        </p:nvSpPr>
        <p:spPr>
          <a:xfrm>
            <a:off x="326130" y="521285"/>
            <a:ext cx="9122670" cy="891767"/>
          </a:xfrm>
          <a:custGeom>
            <a:avLst/>
            <a:gdLst/>
            <a:ahLst/>
            <a:cxnLst/>
            <a:rect l="l" t="t" r="r" b="b"/>
            <a:pathLst>
              <a:path w="3432585" h="571910">
                <a:moveTo>
                  <a:pt x="30295" y="0"/>
                </a:moveTo>
                <a:lnTo>
                  <a:pt x="3402290" y="0"/>
                </a:lnTo>
                <a:cubicBezTo>
                  <a:pt x="3410325" y="0"/>
                  <a:pt x="3418031" y="3192"/>
                  <a:pt x="3423712" y="8873"/>
                </a:cubicBezTo>
                <a:cubicBezTo>
                  <a:pt x="3429393" y="14555"/>
                  <a:pt x="3432585" y="22260"/>
                  <a:pt x="3432585" y="30295"/>
                </a:cubicBezTo>
                <a:lnTo>
                  <a:pt x="3432585" y="541615"/>
                </a:lnTo>
                <a:cubicBezTo>
                  <a:pt x="3432585" y="558347"/>
                  <a:pt x="3419022" y="571910"/>
                  <a:pt x="3402290" y="571910"/>
                </a:cubicBezTo>
                <a:lnTo>
                  <a:pt x="30295" y="571910"/>
                </a:lnTo>
                <a:cubicBezTo>
                  <a:pt x="22260" y="571910"/>
                  <a:pt x="14555" y="568719"/>
                  <a:pt x="8873" y="563037"/>
                </a:cubicBezTo>
                <a:cubicBezTo>
                  <a:pt x="3192" y="557356"/>
                  <a:pt x="0" y="549650"/>
                  <a:pt x="0" y="541615"/>
                </a:cubicBezTo>
                <a:lnTo>
                  <a:pt x="0" y="30295"/>
                </a:lnTo>
                <a:cubicBezTo>
                  <a:pt x="0" y="22260"/>
                  <a:pt x="3192" y="14555"/>
                  <a:pt x="8873" y="8873"/>
                </a:cubicBezTo>
                <a:cubicBezTo>
                  <a:pt x="14555" y="3192"/>
                  <a:pt x="22260" y="0"/>
                  <a:pt x="30295" y="0"/>
                </a:cubicBezTo>
                <a:close/>
              </a:path>
            </a:pathLst>
          </a:custGeom>
          <a:solidFill>
            <a:schemeClr val="accent6">
              <a:lumMod val="75000"/>
            </a:schemeClr>
          </a:solidFill>
          <a:ln w="66675" cap="rnd">
            <a:solidFill>
              <a:schemeClr val="accent6">
                <a:lumMod val="75000"/>
              </a:schemeClr>
            </a:solidFill>
            <a:prstDash val="solid"/>
            <a:round/>
          </a:ln>
        </p:spPr>
        <p:txBody>
          <a:bodyPr/>
          <a:lstStyle/>
          <a:p>
            <a:endParaRPr lang="en-PH" dirty="0"/>
          </a:p>
        </p:txBody>
      </p:sp>
      <p:sp>
        <p:nvSpPr>
          <p:cNvPr id="9" name="TextBox 18">
            <a:extLst>
              <a:ext uri="{FF2B5EF4-FFF2-40B4-BE49-F238E27FC236}">
                <a16:creationId xmlns:a16="http://schemas.microsoft.com/office/drawing/2014/main" id="{EE79AD14-8655-7B40-4737-63F1B5B4DD3A}"/>
              </a:ext>
            </a:extLst>
          </p:cNvPr>
          <p:cNvSpPr txBox="1"/>
          <p:nvPr/>
        </p:nvSpPr>
        <p:spPr>
          <a:xfrm>
            <a:off x="533400" y="647700"/>
            <a:ext cx="8610599" cy="609600"/>
          </a:xfrm>
          <a:prstGeom prst="rect">
            <a:avLst/>
          </a:prstGeom>
          <a:solidFill>
            <a:srgbClr val="FFC000"/>
          </a:solidFill>
          <a:ln>
            <a:solidFill>
              <a:srgbClr val="FFC000"/>
            </a:solidFill>
          </a:ln>
        </p:spPr>
        <p:txBody>
          <a:bodyPr lIns="50800" tIns="50800" rIns="50800" bIns="50800" rtlCol="0" anchor="ctr"/>
          <a:lstStyle/>
          <a:p>
            <a:pPr algn="ctr"/>
            <a:r>
              <a:rPr lang="en-US" sz="4400" b="1" dirty="0">
                <a:latin typeface="Arial" panose="020B0604020202020204" pitchFamily="34" charset="0"/>
                <a:cs typeface="Arial" panose="020B0604020202020204" pitchFamily="34" charset="0"/>
              </a:rPr>
              <a:t>High-effort Behavior</a:t>
            </a:r>
          </a:p>
        </p:txBody>
      </p:sp>
      <p:sp>
        <p:nvSpPr>
          <p:cNvPr id="11" name="TextBox 10">
            <a:extLst>
              <a:ext uri="{FF2B5EF4-FFF2-40B4-BE49-F238E27FC236}">
                <a16:creationId xmlns:a16="http://schemas.microsoft.com/office/drawing/2014/main" id="{291E8A1C-21B1-681E-089D-C99E010618EE}"/>
              </a:ext>
            </a:extLst>
          </p:cNvPr>
          <p:cNvSpPr txBox="1"/>
          <p:nvPr/>
        </p:nvSpPr>
        <p:spPr>
          <a:xfrm>
            <a:off x="431910" y="2461574"/>
            <a:ext cx="9550289" cy="5009961"/>
          </a:xfrm>
          <a:prstGeom prst="rect">
            <a:avLst/>
          </a:prstGeom>
          <a:noFill/>
        </p:spPr>
        <p:txBody>
          <a:bodyPr wrap="square">
            <a:spAutoFit/>
          </a:bodyPr>
          <a:lstStyle/>
          <a:p>
            <a:pPr marL="571500" indent="-571500" algn="just">
              <a:lnSpc>
                <a:spcPct val="107000"/>
              </a:lnSpc>
              <a:spcAft>
                <a:spcPts val="800"/>
              </a:spcAft>
              <a:buFont typeface="Arial" panose="020B0604020202020204" pitchFamily="34" charset="0"/>
              <a:buChar char="•"/>
            </a:pPr>
            <a:r>
              <a:rPr lang="en-US" sz="3600" kern="100" dirty="0">
                <a:effectLst/>
                <a:latin typeface="Arial" panose="020B0604020202020204" pitchFamily="34" charset="0"/>
                <a:ea typeface="Calibri" panose="020F0502020204030204" pitchFamily="34" charset="0"/>
                <a:cs typeface="Times New Roman" panose="02020603050405020304" pitchFamily="18" charset="0"/>
              </a:rPr>
              <a:t>Motivation not only drives the final behaviors that bring a goal close but also creates a willing-ness to spend time and energy on preparatory behaviors.</a:t>
            </a:r>
          </a:p>
          <a:p>
            <a:pPr algn="just">
              <a:lnSpc>
                <a:spcPct val="107000"/>
              </a:lnSpc>
              <a:spcAft>
                <a:spcPts val="800"/>
              </a:spcAft>
            </a:pPr>
            <a:endParaRPr lang="en-US" sz="3600" kern="100" dirty="0">
              <a:effectLst/>
              <a:latin typeface="Arial" panose="020B0604020202020204" pitchFamily="34" charset="0"/>
              <a:ea typeface="Calibri" panose="020F0502020204030204" pitchFamily="34" charset="0"/>
              <a:cs typeface="Times New Roman" panose="02020603050405020304" pitchFamily="18" charset="0"/>
            </a:endParaRPr>
          </a:p>
          <a:p>
            <a:pPr marL="571500" indent="-571500" algn="just">
              <a:lnSpc>
                <a:spcPct val="107000"/>
              </a:lnSpc>
              <a:spcAft>
                <a:spcPts val="800"/>
              </a:spcAft>
              <a:buFont typeface="Arial" panose="020B0604020202020204" pitchFamily="34" charset="0"/>
              <a:buChar char="•"/>
            </a:pPr>
            <a:r>
              <a:rPr lang="en-US" sz="3600" kern="100" dirty="0">
                <a:effectLst/>
                <a:latin typeface="Arial" panose="020B0604020202020204" pitchFamily="34" charset="0"/>
                <a:ea typeface="Calibri" panose="020F0502020204030204" pitchFamily="34" charset="0"/>
                <a:cs typeface="Times New Roman" panose="02020603050405020304" pitchFamily="18" charset="0"/>
              </a:rPr>
              <a:t>If the consumers believe that their effort is too much—they will simplify it, and vice versa.</a:t>
            </a:r>
            <a:endParaRPr lang="en-PH" sz="36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0" name="Picture 9">
            <a:extLst>
              <a:ext uri="{FF2B5EF4-FFF2-40B4-BE49-F238E27FC236}">
                <a16:creationId xmlns:a16="http://schemas.microsoft.com/office/drawing/2014/main" id="{5C3C47EC-18BD-2310-267F-7280CB405223}"/>
              </a:ext>
            </a:extLst>
          </p:cNvPr>
          <p:cNvPicPr>
            <a:picLocks noChangeAspect="1"/>
          </p:cNvPicPr>
          <p:nvPr/>
        </p:nvPicPr>
        <p:blipFill>
          <a:blip r:embed="rId7"/>
          <a:stretch>
            <a:fillRect/>
          </a:stretch>
        </p:blipFill>
        <p:spPr>
          <a:xfrm>
            <a:off x="11536232" y="2037513"/>
            <a:ext cx="6751768" cy="5387911"/>
          </a:xfrm>
          <a:prstGeom prst="rect">
            <a:avLst/>
          </a:prstGeom>
        </p:spPr>
      </p:pic>
    </p:spTree>
    <p:extLst>
      <p:ext uri="{BB962C8B-B14F-4D97-AF65-F5344CB8AC3E}">
        <p14:creationId xmlns:p14="http://schemas.microsoft.com/office/powerpoint/2010/main" val="31478544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7584FF-C4CD-8A1D-8C5E-57338BB9282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0A9ECA7-AA8B-28D1-D846-07FF1F04B99D}"/>
              </a:ext>
            </a:extLst>
          </p:cNvPr>
          <p:cNvSpPr/>
          <p:nvPr/>
        </p:nvSpPr>
        <p:spPr>
          <a:xfrm>
            <a:off x="0" y="-11061"/>
            <a:ext cx="6096000" cy="114300"/>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Rectangle 2">
            <a:extLst>
              <a:ext uri="{FF2B5EF4-FFF2-40B4-BE49-F238E27FC236}">
                <a16:creationId xmlns:a16="http://schemas.microsoft.com/office/drawing/2014/main" id="{19EDF275-7A33-CB8A-7646-390CBC834246}"/>
              </a:ext>
            </a:extLst>
          </p:cNvPr>
          <p:cNvSpPr/>
          <p:nvPr/>
        </p:nvSpPr>
        <p:spPr>
          <a:xfrm>
            <a:off x="6248400" y="0"/>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 name="Rectangle 3">
            <a:extLst>
              <a:ext uri="{FF2B5EF4-FFF2-40B4-BE49-F238E27FC236}">
                <a16:creationId xmlns:a16="http://schemas.microsoft.com/office/drawing/2014/main" id="{306DA01B-0C91-2636-67F0-7091C9E78D4C}"/>
              </a:ext>
            </a:extLst>
          </p:cNvPr>
          <p:cNvSpPr/>
          <p:nvPr/>
        </p:nvSpPr>
        <p:spPr>
          <a:xfrm>
            <a:off x="12344400" y="0"/>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 name="Rectangle 4">
            <a:extLst>
              <a:ext uri="{FF2B5EF4-FFF2-40B4-BE49-F238E27FC236}">
                <a16:creationId xmlns:a16="http://schemas.microsoft.com/office/drawing/2014/main" id="{D5B2B104-3B13-F260-D978-CF7E72AAD685}"/>
              </a:ext>
            </a:extLst>
          </p:cNvPr>
          <p:cNvSpPr/>
          <p:nvPr/>
        </p:nvSpPr>
        <p:spPr>
          <a:xfrm>
            <a:off x="0" y="10154265"/>
            <a:ext cx="6096000" cy="114300"/>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6" name="Rectangle 5">
            <a:extLst>
              <a:ext uri="{FF2B5EF4-FFF2-40B4-BE49-F238E27FC236}">
                <a16:creationId xmlns:a16="http://schemas.microsoft.com/office/drawing/2014/main" id="{50804A3B-C213-AE19-5E2B-455AD39F4C99}"/>
              </a:ext>
            </a:extLst>
          </p:cNvPr>
          <p:cNvSpPr/>
          <p:nvPr/>
        </p:nvSpPr>
        <p:spPr>
          <a:xfrm>
            <a:off x="6248400" y="10165326"/>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 name="Rectangle 6">
            <a:extLst>
              <a:ext uri="{FF2B5EF4-FFF2-40B4-BE49-F238E27FC236}">
                <a16:creationId xmlns:a16="http://schemas.microsoft.com/office/drawing/2014/main" id="{0E4283A5-A6D9-C8D1-01C6-CBF3F5AE233D}"/>
              </a:ext>
            </a:extLst>
          </p:cNvPr>
          <p:cNvSpPr/>
          <p:nvPr/>
        </p:nvSpPr>
        <p:spPr>
          <a:xfrm>
            <a:off x="12344400" y="10165326"/>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nvGrpSpPr>
          <p:cNvPr id="14" name="Group 30">
            <a:extLst>
              <a:ext uri="{FF2B5EF4-FFF2-40B4-BE49-F238E27FC236}">
                <a16:creationId xmlns:a16="http://schemas.microsoft.com/office/drawing/2014/main" id="{ECA9FC59-91A2-DEC4-7CB7-167F4EA1E86C}"/>
              </a:ext>
            </a:extLst>
          </p:cNvPr>
          <p:cNvGrpSpPr/>
          <p:nvPr/>
        </p:nvGrpSpPr>
        <p:grpSpPr>
          <a:xfrm>
            <a:off x="-172611" y="9338569"/>
            <a:ext cx="3930275" cy="891767"/>
            <a:chOff x="0" y="0"/>
            <a:chExt cx="5240366" cy="1189023"/>
          </a:xfrm>
        </p:grpSpPr>
        <p:sp>
          <p:nvSpPr>
            <p:cNvPr id="15" name="Freeform 31">
              <a:extLst>
                <a:ext uri="{FF2B5EF4-FFF2-40B4-BE49-F238E27FC236}">
                  <a16:creationId xmlns:a16="http://schemas.microsoft.com/office/drawing/2014/main" id="{9674854A-3C1B-4242-E640-14703AD12304}"/>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2"/>
              <a:stretch>
                <a:fillRect b="-39747"/>
              </a:stretch>
            </a:blipFill>
          </p:spPr>
        </p:sp>
        <p:sp>
          <p:nvSpPr>
            <p:cNvPr id="16" name="Freeform 32">
              <a:extLst>
                <a:ext uri="{FF2B5EF4-FFF2-40B4-BE49-F238E27FC236}">
                  <a16:creationId xmlns:a16="http://schemas.microsoft.com/office/drawing/2014/main" id="{79A5404D-603B-547F-C095-4D198C36F680}"/>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3"/>
              <a:stretch>
                <a:fillRect/>
              </a:stretch>
            </a:blipFill>
          </p:spPr>
        </p:sp>
        <p:sp>
          <p:nvSpPr>
            <p:cNvPr id="17" name="Freeform 33">
              <a:extLst>
                <a:ext uri="{FF2B5EF4-FFF2-40B4-BE49-F238E27FC236}">
                  <a16:creationId xmlns:a16="http://schemas.microsoft.com/office/drawing/2014/main" id="{DC283E75-5058-92F9-44C2-E7DCED385124}"/>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4"/>
              <a:stretch>
                <a:fillRect/>
              </a:stretch>
            </a:blipFill>
          </p:spPr>
        </p:sp>
        <p:sp>
          <p:nvSpPr>
            <p:cNvPr id="18" name="Freeform 34">
              <a:extLst>
                <a:ext uri="{FF2B5EF4-FFF2-40B4-BE49-F238E27FC236}">
                  <a16:creationId xmlns:a16="http://schemas.microsoft.com/office/drawing/2014/main" id="{099CE22C-DC77-242B-7F72-01FA2E163D8A}"/>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5"/>
              <a:stretch>
                <a:fillRect/>
              </a:stretch>
            </a:blipFill>
          </p:spPr>
        </p:sp>
      </p:grpSp>
      <p:grpSp>
        <p:nvGrpSpPr>
          <p:cNvPr id="19" name="Group 30">
            <a:extLst>
              <a:ext uri="{FF2B5EF4-FFF2-40B4-BE49-F238E27FC236}">
                <a16:creationId xmlns:a16="http://schemas.microsoft.com/office/drawing/2014/main" id="{4A92B43F-76D9-35D9-378C-AC1E0C48AA67}"/>
              </a:ext>
            </a:extLst>
          </p:cNvPr>
          <p:cNvGrpSpPr/>
          <p:nvPr/>
        </p:nvGrpSpPr>
        <p:grpSpPr>
          <a:xfrm>
            <a:off x="3597937" y="9326382"/>
            <a:ext cx="3930275" cy="891767"/>
            <a:chOff x="0" y="0"/>
            <a:chExt cx="5240366" cy="1189023"/>
          </a:xfrm>
        </p:grpSpPr>
        <p:sp>
          <p:nvSpPr>
            <p:cNvPr id="20" name="Freeform 31">
              <a:extLst>
                <a:ext uri="{FF2B5EF4-FFF2-40B4-BE49-F238E27FC236}">
                  <a16:creationId xmlns:a16="http://schemas.microsoft.com/office/drawing/2014/main" id="{CBC83E45-181A-4F0A-6237-6E6B8F9E13CC}"/>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2"/>
              <a:stretch>
                <a:fillRect b="-39747"/>
              </a:stretch>
            </a:blipFill>
          </p:spPr>
        </p:sp>
        <p:sp>
          <p:nvSpPr>
            <p:cNvPr id="21" name="Freeform 32">
              <a:extLst>
                <a:ext uri="{FF2B5EF4-FFF2-40B4-BE49-F238E27FC236}">
                  <a16:creationId xmlns:a16="http://schemas.microsoft.com/office/drawing/2014/main" id="{0A4AD44E-432C-D72E-20A1-23724FC7CEFE}"/>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3"/>
              <a:stretch>
                <a:fillRect/>
              </a:stretch>
            </a:blipFill>
          </p:spPr>
        </p:sp>
        <p:sp>
          <p:nvSpPr>
            <p:cNvPr id="22" name="Freeform 33">
              <a:extLst>
                <a:ext uri="{FF2B5EF4-FFF2-40B4-BE49-F238E27FC236}">
                  <a16:creationId xmlns:a16="http://schemas.microsoft.com/office/drawing/2014/main" id="{02F3C5AC-0A86-3E83-91BB-51D1832060AD}"/>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4"/>
              <a:stretch>
                <a:fillRect/>
              </a:stretch>
            </a:blipFill>
          </p:spPr>
        </p:sp>
        <p:sp>
          <p:nvSpPr>
            <p:cNvPr id="23" name="Freeform 34">
              <a:extLst>
                <a:ext uri="{FF2B5EF4-FFF2-40B4-BE49-F238E27FC236}">
                  <a16:creationId xmlns:a16="http://schemas.microsoft.com/office/drawing/2014/main" id="{3654B0CD-9E7E-688E-F787-1A8881148459}"/>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5"/>
              <a:stretch>
                <a:fillRect/>
              </a:stretch>
            </a:blipFill>
          </p:spPr>
        </p:sp>
      </p:grpSp>
      <p:grpSp>
        <p:nvGrpSpPr>
          <p:cNvPr id="24" name="Group 30">
            <a:extLst>
              <a:ext uri="{FF2B5EF4-FFF2-40B4-BE49-F238E27FC236}">
                <a16:creationId xmlns:a16="http://schemas.microsoft.com/office/drawing/2014/main" id="{1AB3D193-9F90-4991-21CD-19ECEAF05B1A}"/>
              </a:ext>
            </a:extLst>
          </p:cNvPr>
          <p:cNvGrpSpPr/>
          <p:nvPr/>
        </p:nvGrpSpPr>
        <p:grpSpPr>
          <a:xfrm>
            <a:off x="7418962" y="9257303"/>
            <a:ext cx="3930275" cy="891767"/>
            <a:chOff x="0" y="0"/>
            <a:chExt cx="5240366" cy="1189023"/>
          </a:xfrm>
        </p:grpSpPr>
        <p:sp>
          <p:nvSpPr>
            <p:cNvPr id="25" name="Freeform 31">
              <a:extLst>
                <a:ext uri="{FF2B5EF4-FFF2-40B4-BE49-F238E27FC236}">
                  <a16:creationId xmlns:a16="http://schemas.microsoft.com/office/drawing/2014/main" id="{1135E43D-E66B-8A7A-9B8A-CDFBCC8C55CC}"/>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2"/>
              <a:stretch>
                <a:fillRect b="-39747"/>
              </a:stretch>
            </a:blipFill>
          </p:spPr>
        </p:sp>
        <p:sp>
          <p:nvSpPr>
            <p:cNvPr id="26" name="Freeform 32">
              <a:extLst>
                <a:ext uri="{FF2B5EF4-FFF2-40B4-BE49-F238E27FC236}">
                  <a16:creationId xmlns:a16="http://schemas.microsoft.com/office/drawing/2014/main" id="{8D7535A1-1877-C50F-5554-57AB97531BEA}"/>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3"/>
              <a:stretch>
                <a:fillRect/>
              </a:stretch>
            </a:blipFill>
          </p:spPr>
        </p:sp>
        <p:sp>
          <p:nvSpPr>
            <p:cNvPr id="27" name="Freeform 33">
              <a:extLst>
                <a:ext uri="{FF2B5EF4-FFF2-40B4-BE49-F238E27FC236}">
                  <a16:creationId xmlns:a16="http://schemas.microsoft.com/office/drawing/2014/main" id="{BD4C910C-D77A-5BD0-697D-574E41419C2A}"/>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4"/>
              <a:stretch>
                <a:fillRect/>
              </a:stretch>
            </a:blipFill>
          </p:spPr>
        </p:sp>
        <p:sp>
          <p:nvSpPr>
            <p:cNvPr id="28" name="Freeform 34">
              <a:extLst>
                <a:ext uri="{FF2B5EF4-FFF2-40B4-BE49-F238E27FC236}">
                  <a16:creationId xmlns:a16="http://schemas.microsoft.com/office/drawing/2014/main" id="{6A70B464-11FC-DB35-529F-1A0DC45643CA}"/>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5"/>
              <a:stretch>
                <a:fillRect/>
              </a:stretch>
            </a:blipFill>
          </p:spPr>
        </p:sp>
      </p:grpSp>
      <p:grpSp>
        <p:nvGrpSpPr>
          <p:cNvPr id="29" name="Group 30">
            <a:extLst>
              <a:ext uri="{FF2B5EF4-FFF2-40B4-BE49-F238E27FC236}">
                <a16:creationId xmlns:a16="http://schemas.microsoft.com/office/drawing/2014/main" id="{15B0EFFA-F391-4797-615A-EADB1A5943D5}"/>
              </a:ext>
            </a:extLst>
          </p:cNvPr>
          <p:cNvGrpSpPr/>
          <p:nvPr/>
        </p:nvGrpSpPr>
        <p:grpSpPr>
          <a:xfrm>
            <a:off x="11189510" y="9264956"/>
            <a:ext cx="3930275" cy="891767"/>
            <a:chOff x="0" y="0"/>
            <a:chExt cx="5240366" cy="1189023"/>
          </a:xfrm>
        </p:grpSpPr>
        <p:sp>
          <p:nvSpPr>
            <p:cNvPr id="30" name="Freeform 31">
              <a:extLst>
                <a:ext uri="{FF2B5EF4-FFF2-40B4-BE49-F238E27FC236}">
                  <a16:creationId xmlns:a16="http://schemas.microsoft.com/office/drawing/2014/main" id="{D6D46442-C9B4-C9E1-A971-E428D3EC57C1}"/>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2"/>
              <a:stretch>
                <a:fillRect b="-39747"/>
              </a:stretch>
            </a:blipFill>
          </p:spPr>
        </p:sp>
        <p:sp>
          <p:nvSpPr>
            <p:cNvPr id="31" name="Freeform 32">
              <a:extLst>
                <a:ext uri="{FF2B5EF4-FFF2-40B4-BE49-F238E27FC236}">
                  <a16:creationId xmlns:a16="http://schemas.microsoft.com/office/drawing/2014/main" id="{57ADE25E-EB3A-6796-3AE1-B68CD85B75B0}"/>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3"/>
              <a:stretch>
                <a:fillRect/>
              </a:stretch>
            </a:blipFill>
          </p:spPr>
        </p:sp>
        <p:sp>
          <p:nvSpPr>
            <p:cNvPr id="32" name="Freeform 33">
              <a:extLst>
                <a:ext uri="{FF2B5EF4-FFF2-40B4-BE49-F238E27FC236}">
                  <a16:creationId xmlns:a16="http://schemas.microsoft.com/office/drawing/2014/main" id="{E6423B90-BE66-07C2-256A-43BD67BED46F}"/>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4"/>
              <a:stretch>
                <a:fillRect/>
              </a:stretch>
            </a:blipFill>
          </p:spPr>
        </p:sp>
        <p:sp>
          <p:nvSpPr>
            <p:cNvPr id="33" name="Freeform 34">
              <a:extLst>
                <a:ext uri="{FF2B5EF4-FFF2-40B4-BE49-F238E27FC236}">
                  <a16:creationId xmlns:a16="http://schemas.microsoft.com/office/drawing/2014/main" id="{79E61750-EC64-7607-0FA6-5CEB2E352719}"/>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5"/>
              <a:stretch>
                <a:fillRect/>
              </a:stretch>
            </a:blipFill>
          </p:spPr>
        </p:sp>
      </p:grpSp>
      <p:grpSp>
        <p:nvGrpSpPr>
          <p:cNvPr id="34" name="Group 30">
            <a:extLst>
              <a:ext uri="{FF2B5EF4-FFF2-40B4-BE49-F238E27FC236}">
                <a16:creationId xmlns:a16="http://schemas.microsoft.com/office/drawing/2014/main" id="{9BF10E7E-D9FB-6BAD-6F03-7D3E0A6470A0}"/>
              </a:ext>
            </a:extLst>
          </p:cNvPr>
          <p:cNvGrpSpPr/>
          <p:nvPr/>
        </p:nvGrpSpPr>
        <p:grpSpPr>
          <a:xfrm>
            <a:off x="14849554" y="9299398"/>
            <a:ext cx="3930275" cy="891767"/>
            <a:chOff x="0" y="0"/>
            <a:chExt cx="5240366" cy="1189023"/>
          </a:xfrm>
        </p:grpSpPr>
        <p:sp>
          <p:nvSpPr>
            <p:cNvPr id="35" name="Freeform 31">
              <a:extLst>
                <a:ext uri="{FF2B5EF4-FFF2-40B4-BE49-F238E27FC236}">
                  <a16:creationId xmlns:a16="http://schemas.microsoft.com/office/drawing/2014/main" id="{36F7F2BA-4483-D115-00C9-ABA777E0135B}"/>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2"/>
              <a:stretch>
                <a:fillRect b="-39747"/>
              </a:stretch>
            </a:blipFill>
          </p:spPr>
        </p:sp>
        <p:sp>
          <p:nvSpPr>
            <p:cNvPr id="36" name="Freeform 32">
              <a:extLst>
                <a:ext uri="{FF2B5EF4-FFF2-40B4-BE49-F238E27FC236}">
                  <a16:creationId xmlns:a16="http://schemas.microsoft.com/office/drawing/2014/main" id="{C9561027-06F5-F9A5-FDEA-AF45C3F366A0}"/>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3"/>
              <a:stretch>
                <a:fillRect/>
              </a:stretch>
            </a:blipFill>
          </p:spPr>
        </p:sp>
        <p:sp>
          <p:nvSpPr>
            <p:cNvPr id="37" name="Freeform 33">
              <a:extLst>
                <a:ext uri="{FF2B5EF4-FFF2-40B4-BE49-F238E27FC236}">
                  <a16:creationId xmlns:a16="http://schemas.microsoft.com/office/drawing/2014/main" id="{0244929C-52D2-5BE2-1383-62EC31B6D7F8}"/>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4"/>
              <a:stretch>
                <a:fillRect/>
              </a:stretch>
            </a:blipFill>
          </p:spPr>
        </p:sp>
        <p:sp>
          <p:nvSpPr>
            <p:cNvPr id="38" name="Freeform 34">
              <a:extLst>
                <a:ext uri="{FF2B5EF4-FFF2-40B4-BE49-F238E27FC236}">
                  <a16:creationId xmlns:a16="http://schemas.microsoft.com/office/drawing/2014/main" id="{4C068D9F-63E3-3BF9-2303-CE9B1D872F6B}"/>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5"/>
              <a:stretch>
                <a:fillRect/>
              </a:stretch>
            </a:blipFill>
          </p:spPr>
        </p:sp>
      </p:grpSp>
      <p:sp>
        <p:nvSpPr>
          <p:cNvPr id="8" name="Freeform 17">
            <a:extLst>
              <a:ext uri="{FF2B5EF4-FFF2-40B4-BE49-F238E27FC236}">
                <a16:creationId xmlns:a16="http://schemas.microsoft.com/office/drawing/2014/main" id="{FC4574B2-6D63-7FA1-C1C6-220D8C32023A}"/>
              </a:ext>
            </a:extLst>
          </p:cNvPr>
          <p:cNvSpPr/>
          <p:nvPr/>
        </p:nvSpPr>
        <p:spPr>
          <a:xfrm>
            <a:off x="326130" y="521285"/>
            <a:ext cx="9351270" cy="1529042"/>
          </a:xfrm>
          <a:custGeom>
            <a:avLst/>
            <a:gdLst/>
            <a:ahLst/>
            <a:cxnLst/>
            <a:rect l="l" t="t" r="r" b="b"/>
            <a:pathLst>
              <a:path w="3432585" h="571910">
                <a:moveTo>
                  <a:pt x="30295" y="0"/>
                </a:moveTo>
                <a:lnTo>
                  <a:pt x="3402290" y="0"/>
                </a:lnTo>
                <a:cubicBezTo>
                  <a:pt x="3410325" y="0"/>
                  <a:pt x="3418031" y="3192"/>
                  <a:pt x="3423712" y="8873"/>
                </a:cubicBezTo>
                <a:cubicBezTo>
                  <a:pt x="3429393" y="14555"/>
                  <a:pt x="3432585" y="22260"/>
                  <a:pt x="3432585" y="30295"/>
                </a:cubicBezTo>
                <a:lnTo>
                  <a:pt x="3432585" y="541615"/>
                </a:lnTo>
                <a:cubicBezTo>
                  <a:pt x="3432585" y="558347"/>
                  <a:pt x="3419022" y="571910"/>
                  <a:pt x="3402290" y="571910"/>
                </a:cubicBezTo>
                <a:lnTo>
                  <a:pt x="30295" y="571910"/>
                </a:lnTo>
                <a:cubicBezTo>
                  <a:pt x="22260" y="571910"/>
                  <a:pt x="14555" y="568719"/>
                  <a:pt x="8873" y="563037"/>
                </a:cubicBezTo>
                <a:cubicBezTo>
                  <a:pt x="3192" y="557356"/>
                  <a:pt x="0" y="549650"/>
                  <a:pt x="0" y="541615"/>
                </a:cubicBezTo>
                <a:lnTo>
                  <a:pt x="0" y="30295"/>
                </a:lnTo>
                <a:cubicBezTo>
                  <a:pt x="0" y="22260"/>
                  <a:pt x="3192" y="14555"/>
                  <a:pt x="8873" y="8873"/>
                </a:cubicBezTo>
                <a:cubicBezTo>
                  <a:pt x="14555" y="3192"/>
                  <a:pt x="22260" y="0"/>
                  <a:pt x="30295" y="0"/>
                </a:cubicBezTo>
                <a:close/>
              </a:path>
            </a:pathLst>
          </a:custGeom>
          <a:solidFill>
            <a:schemeClr val="accent6">
              <a:lumMod val="75000"/>
            </a:schemeClr>
          </a:solidFill>
          <a:ln w="66675" cap="rnd">
            <a:solidFill>
              <a:schemeClr val="accent6">
                <a:lumMod val="75000"/>
              </a:schemeClr>
            </a:solidFill>
            <a:prstDash val="solid"/>
            <a:round/>
          </a:ln>
        </p:spPr>
      </p:sp>
      <p:sp>
        <p:nvSpPr>
          <p:cNvPr id="9" name="TextBox 18">
            <a:extLst>
              <a:ext uri="{FF2B5EF4-FFF2-40B4-BE49-F238E27FC236}">
                <a16:creationId xmlns:a16="http://schemas.microsoft.com/office/drawing/2014/main" id="{88356341-44F9-12DC-FAA7-55E987DD9CDC}"/>
              </a:ext>
            </a:extLst>
          </p:cNvPr>
          <p:cNvSpPr txBox="1"/>
          <p:nvPr/>
        </p:nvSpPr>
        <p:spPr>
          <a:xfrm>
            <a:off x="533400" y="647700"/>
            <a:ext cx="8801057" cy="1160626"/>
          </a:xfrm>
          <a:prstGeom prst="rect">
            <a:avLst/>
          </a:prstGeom>
          <a:solidFill>
            <a:srgbClr val="FFC000"/>
          </a:solidFill>
          <a:ln>
            <a:solidFill>
              <a:srgbClr val="FFC000"/>
            </a:solidFill>
          </a:ln>
        </p:spPr>
        <p:txBody>
          <a:bodyPr lIns="50800" tIns="50800" rIns="50800" bIns="50800" rtlCol="0" anchor="ctr"/>
          <a:lstStyle/>
          <a:p>
            <a:pPr algn="ctr"/>
            <a:r>
              <a:rPr lang="en-US" sz="3600" b="1" dirty="0">
                <a:latin typeface="Arial" panose="020B0604020202020204" pitchFamily="34" charset="0"/>
                <a:cs typeface="Arial" panose="020B0604020202020204" pitchFamily="34" charset="0"/>
              </a:rPr>
              <a:t>High-effort information  Processing and Decision Making</a:t>
            </a:r>
          </a:p>
        </p:txBody>
      </p:sp>
      <p:sp>
        <p:nvSpPr>
          <p:cNvPr id="11" name="TextBox 10">
            <a:extLst>
              <a:ext uri="{FF2B5EF4-FFF2-40B4-BE49-F238E27FC236}">
                <a16:creationId xmlns:a16="http://schemas.microsoft.com/office/drawing/2014/main" id="{CA20F20A-C19A-A485-AECF-178E9F93F136}"/>
              </a:ext>
            </a:extLst>
          </p:cNvPr>
          <p:cNvSpPr txBox="1"/>
          <p:nvPr/>
        </p:nvSpPr>
        <p:spPr>
          <a:xfrm>
            <a:off x="326130" y="2728710"/>
            <a:ext cx="9241994" cy="5543569"/>
          </a:xfrm>
          <a:prstGeom prst="rect">
            <a:avLst/>
          </a:prstGeom>
          <a:noFill/>
        </p:spPr>
        <p:txBody>
          <a:bodyPr wrap="square">
            <a:spAutoFit/>
          </a:bodyPr>
          <a:lstStyle/>
          <a:p>
            <a:pPr marL="457200" indent="-457200" algn="just">
              <a:lnSpc>
                <a:spcPct val="107000"/>
              </a:lnSpc>
              <a:spcAft>
                <a:spcPts val="800"/>
              </a:spcAft>
              <a:buFont typeface="Arial" panose="020B0604020202020204" pitchFamily="34" charset="0"/>
              <a:buChar char="•"/>
            </a:pPr>
            <a:r>
              <a:rPr lang="en-US" sz="3200" kern="100" dirty="0">
                <a:effectLst/>
                <a:latin typeface="Arial" panose="020B0604020202020204" pitchFamily="34" charset="0"/>
                <a:ea typeface="Calibri" panose="020F0502020204030204" pitchFamily="34" charset="0"/>
                <a:cs typeface="Times New Roman" panose="02020603050405020304" pitchFamily="18" charset="0"/>
              </a:rPr>
              <a:t>When consumers are highly motivated, they are more likely to pay careful attention to it, think about it, attempt to understand or comprehend goal-relevant, information, evaluate the information critically, and try to remember it for later use.</a:t>
            </a:r>
          </a:p>
          <a:p>
            <a:pPr marL="457200" indent="-457200" algn="just">
              <a:lnSpc>
                <a:spcPct val="107000"/>
              </a:lnSpc>
              <a:spcAft>
                <a:spcPts val="800"/>
              </a:spcAft>
              <a:buFont typeface="Arial" panose="020B0604020202020204" pitchFamily="34" charset="0"/>
              <a:buChar char="•"/>
            </a:pPr>
            <a:r>
              <a:rPr lang="en-US" sz="3200" kern="100" dirty="0">
                <a:effectLst/>
                <a:latin typeface="Arial" panose="020B0604020202020204" pitchFamily="34" charset="0"/>
                <a:ea typeface="Calibri" panose="020F0502020204030204" pitchFamily="34" charset="0"/>
                <a:cs typeface="Times New Roman" panose="02020603050405020304" pitchFamily="18" charset="0"/>
              </a:rPr>
              <a:t>When consumers have low motivation, they devote little effort to processing the information and making their</a:t>
            </a:r>
            <a:r>
              <a:rPr lang="en-US" sz="3200" kern="100" dirty="0">
                <a:latin typeface="Arial" panose="020B0604020202020204" pitchFamily="34" charset="0"/>
                <a:ea typeface="Calibri" panose="020F0502020204030204" pitchFamily="34" charset="0"/>
                <a:cs typeface="Times New Roman" panose="02020603050405020304" pitchFamily="18" charset="0"/>
              </a:rPr>
              <a:t> </a:t>
            </a:r>
            <a:r>
              <a:rPr lang="en-US" sz="3200" kern="100" dirty="0">
                <a:effectLst/>
                <a:latin typeface="Arial" panose="020B0604020202020204" pitchFamily="34" charset="0"/>
                <a:ea typeface="Calibri" panose="020F0502020204030204" pitchFamily="34" charset="0"/>
                <a:cs typeface="Times New Roman" panose="02020603050405020304" pitchFamily="18" charset="0"/>
              </a:rPr>
              <a:t>decisions.</a:t>
            </a:r>
            <a:endParaRPr lang="en-US" sz="3200" kern="100" dirty="0">
              <a:latin typeface="Arial" panose="020B0604020202020204" pitchFamily="34" charset="0"/>
              <a:ea typeface="Calibri" panose="020F0502020204030204" pitchFamily="34" charset="0"/>
              <a:cs typeface="Times New Roman" panose="02020603050405020304" pitchFamily="18" charset="0"/>
            </a:endParaRPr>
          </a:p>
          <a:p>
            <a:pPr marL="342900" indent="-342900" algn="just">
              <a:lnSpc>
                <a:spcPct val="107000"/>
              </a:lnSpc>
              <a:spcAft>
                <a:spcPts val="800"/>
              </a:spcAft>
              <a:buAutoNum type="alphaUcPeriod"/>
            </a:pPr>
            <a:endParaRPr lang="en-PH" sz="32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0" name="Picture 9">
            <a:extLst>
              <a:ext uri="{FF2B5EF4-FFF2-40B4-BE49-F238E27FC236}">
                <a16:creationId xmlns:a16="http://schemas.microsoft.com/office/drawing/2014/main" id="{7D96C736-C0DB-207E-CF7B-2B32C0DC2CC2}"/>
              </a:ext>
            </a:extLst>
          </p:cNvPr>
          <p:cNvPicPr>
            <a:picLocks noChangeAspect="1"/>
          </p:cNvPicPr>
          <p:nvPr/>
        </p:nvPicPr>
        <p:blipFill>
          <a:blip r:embed="rId6"/>
          <a:srcRect r="15342"/>
          <a:stretch>
            <a:fillRect/>
          </a:stretch>
        </p:blipFill>
        <p:spPr>
          <a:xfrm>
            <a:off x="11049000" y="2895454"/>
            <a:ext cx="7239000" cy="4496092"/>
          </a:xfrm>
          <a:prstGeom prst="rect">
            <a:avLst/>
          </a:prstGeom>
        </p:spPr>
      </p:pic>
    </p:spTree>
    <p:extLst>
      <p:ext uri="{BB962C8B-B14F-4D97-AF65-F5344CB8AC3E}">
        <p14:creationId xmlns:p14="http://schemas.microsoft.com/office/powerpoint/2010/main" val="7557318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D3474-ABF1-D31A-8165-78E5584A213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8E68045-7CB9-2FFD-EA27-2B2764308DB2}"/>
              </a:ext>
            </a:extLst>
          </p:cNvPr>
          <p:cNvSpPr/>
          <p:nvPr/>
        </p:nvSpPr>
        <p:spPr>
          <a:xfrm>
            <a:off x="0" y="-11061"/>
            <a:ext cx="6096000" cy="114300"/>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Rectangle 2">
            <a:extLst>
              <a:ext uri="{FF2B5EF4-FFF2-40B4-BE49-F238E27FC236}">
                <a16:creationId xmlns:a16="http://schemas.microsoft.com/office/drawing/2014/main" id="{02841521-5D0B-9D3E-E0D4-F19DF1B86C99}"/>
              </a:ext>
            </a:extLst>
          </p:cNvPr>
          <p:cNvSpPr/>
          <p:nvPr/>
        </p:nvSpPr>
        <p:spPr>
          <a:xfrm>
            <a:off x="6248400" y="0"/>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 name="Rectangle 3">
            <a:extLst>
              <a:ext uri="{FF2B5EF4-FFF2-40B4-BE49-F238E27FC236}">
                <a16:creationId xmlns:a16="http://schemas.microsoft.com/office/drawing/2014/main" id="{2C17A552-CD09-A6CE-F188-DD440F399220}"/>
              </a:ext>
            </a:extLst>
          </p:cNvPr>
          <p:cNvSpPr/>
          <p:nvPr/>
        </p:nvSpPr>
        <p:spPr>
          <a:xfrm>
            <a:off x="12344400" y="0"/>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 name="Rectangle 4">
            <a:extLst>
              <a:ext uri="{FF2B5EF4-FFF2-40B4-BE49-F238E27FC236}">
                <a16:creationId xmlns:a16="http://schemas.microsoft.com/office/drawing/2014/main" id="{3BAD3C9A-ACE0-D70E-9E0D-7D3880CCD909}"/>
              </a:ext>
            </a:extLst>
          </p:cNvPr>
          <p:cNvSpPr/>
          <p:nvPr/>
        </p:nvSpPr>
        <p:spPr>
          <a:xfrm>
            <a:off x="0" y="10154265"/>
            <a:ext cx="6096000" cy="114300"/>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6" name="Rectangle 5">
            <a:extLst>
              <a:ext uri="{FF2B5EF4-FFF2-40B4-BE49-F238E27FC236}">
                <a16:creationId xmlns:a16="http://schemas.microsoft.com/office/drawing/2014/main" id="{7AC49CAC-4AD2-DB69-946C-D0F497D499BA}"/>
              </a:ext>
            </a:extLst>
          </p:cNvPr>
          <p:cNvSpPr/>
          <p:nvPr/>
        </p:nvSpPr>
        <p:spPr>
          <a:xfrm>
            <a:off x="6248400" y="10165326"/>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 name="Rectangle 6">
            <a:extLst>
              <a:ext uri="{FF2B5EF4-FFF2-40B4-BE49-F238E27FC236}">
                <a16:creationId xmlns:a16="http://schemas.microsoft.com/office/drawing/2014/main" id="{52D416FA-4E6F-516B-C3EC-F4AE1FBF0189}"/>
              </a:ext>
            </a:extLst>
          </p:cNvPr>
          <p:cNvSpPr/>
          <p:nvPr/>
        </p:nvSpPr>
        <p:spPr>
          <a:xfrm>
            <a:off x="12344400" y="10165326"/>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nvGrpSpPr>
          <p:cNvPr id="14" name="Group 30">
            <a:extLst>
              <a:ext uri="{FF2B5EF4-FFF2-40B4-BE49-F238E27FC236}">
                <a16:creationId xmlns:a16="http://schemas.microsoft.com/office/drawing/2014/main" id="{223C5204-F2A1-DDF9-B89C-062032053ADF}"/>
              </a:ext>
            </a:extLst>
          </p:cNvPr>
          <p:cNvGrpSpPr/>
          <p:nvPr/>
        </p:nvGrpSpPr>
        <p:grpSpPr>
          <a:xfrm>
            <a:off x="-172611" y="9338569"/>
            <a:ext cx="3930275" cy="891767"/>
            <a:chOff x="0" y="0"/>
            <a:chExt cx="5240366" cy="1189023"/>
          </a:xfrm>
        </p:grpSpPr>
        <p:sp>
          <p:nvSpPr>
            <p:cNvPr id="15" name="Freeform 31">
              <a:extLst>
                <a:ext uri="{FF2B5EF4-FFF2-40B4-BE49-F238E27FC236}">
                  <a16:creationId xmlns:a16="http://schemas.microsoft.com/office/drawing/2014/main" id="{88D2D1F5-3DB8-1683-4A1A-646832EB3A93}"/>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16" name="Freeform 32">
              <a:extLst>
                <a:ext uri="{FF2B5EF4-FFF2-40B4-BE49-F238E27FC236}">
                  <a16:creationId xmlns:a16="http://schemas.microsoft.com/office/drawing/2014/main" id="{2F162FAB-D942-00D8-AEC7-A8AAA631E612}"/>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17" name="Freeform 33">
              <a:extLst>
                <a:ext uri="{FF2B5EF4-FFF2-40B4-BE49-F238E27FC236}">
                  <a16:creationId xmlns:a16="http://schemas.microsoft.com/office/drawing/2014/main" id="{E3AC58A3-4E9F-8AA8-67F0-673ADB2E0611}"/>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18" name="Freeform 34">
              <a:extLst>
                <a:ext uri="{FF2B5EF4-FFF2-40B4-BE49-F238E27FC236}">
                  <a16:creationId xmlns:a16="http://schemas.microsoft.com/office/drawing/2014/main" id="{DC1F486B-D856-0ADA-D282-2B4AEAF08241}"/>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grpSp>
        <p:nvGrpSpPr>
          <p:cNvPr id="19" name="Group 30">
            <a:extLst>
              <a:ext uri="{FF2B5EF4-FFF2-40B4-BE49-F238E27FC236}">
                <a16:creationId xmlns:a16="http://schemas.microsoft.com/office/drawing/2014/main" id="{9F7F90DA-F51D-6FD8-ED47-653A8286766D}"/>
              </a:ext>
            </a:extLst>
          </p:cNvPr>
          <p:cNvGrpSpPr/>
          <p:nvPr/>
        </p:nvGrpSpPr>
        <p:grpSpPr>
          <a:xfrm>
            <a:off x="3597937" y="9326382"/>
            <a:ext cx="3930275" cy="891767"/>
            <a:chOff x="0" y="0"/>
            <a:chExt cx="5240366" cy="1189023"/>
          </a:xfrm>
        </p:grpSpPr>
        <p:sp>
          <p:nvSpPr>
            <p:cNvPr id="20" name="Freeform 31">
              <a:extLst>
                <a:ext uri="{FF2B5EF4-FFF2-40B4-BE49-F238E27FC236}">
                  <a16:creationId xmlns:a16="http://schemas.microsoft.com/office/drawing/2014/main" id="{D720C5DC-77EC-2563-EC48-4D0221B7A402}"/>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21" name="Freeform 32">
              <a:extLst>
                <a:ext uri="{FF2B5EF4-FFF2-40B4-BE49-F238E27FC236}">
                  <a16:creationId xmlns:a16="http://schemas.microsoft.com/office/drawing/2014/main" id="{2B540231-4DB7-4F07-5613-32743CAE7643}"/>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22" name="Freeform 33">
              <a:extLst>
                <a:ext uri="{FF2B5EF4-FFF2-40B4-BE49-F238E27FC236}">
                  <a16:creationId xmlns:a16="http://schemas.microsoft.com/office/drawing/2014/main" id="{6D76202C-0344-A68F-0C1F-51B0777D5D73}"/>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23" name="Freeform 34">
              <a:extLst>
                <a:ext uri="{FF2B5EF4-FFF2-40B4-BE49-F238E27FC236}">
                  <a16:creationId xmlns:a16="http://schemas.microsoft.com/office/drawing/2014/main" id="{98F4C3FF-6640-E426-FE94-63EF5A644277}"/>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grpSp>
        <p:nvGrpSpPr>
          <p:cNvPr id="24" name="Group 30">
            <a:extLst>
              <a:ext uri="{FF2B5EF4-FFF2-40B4-BE49-F238E27FC236}">
                <a16:creationId xmlns:a16="http://schemas.microsoft.com/office/drawing/2014/main" id="{72FBD795-AA84-3DFA-DDE5-0F37BAEAF608}"/>
              </a:ext>
            </a:extLst>
          </p:cNvPr>
          <p:cNvGrpSpPr/>
          <p:nvPr/>
        </p:nvGrpSpPr>
        <p:grpSpPr>
          <a:xfrm>
            <a:off x="7418962" y="9257303"/>
            <a:ext cx="3930275" cy="891767"/>
            <a:chOff x="0" y="0"/>
            <a:chExt cx="5240366" cy="1189023"/>
          </a:xfrm>
        </p:grpSpPr>
        <p:sp>
          <p:nvSpPr>
            <p:cNvPr id="25" name="Freeform 31">
              <a:extLst>
                <a:ext uri="{FF2B5EF4-FFF2-40B4-BE49-F238E27FC236}">
                  <a16:creationId xmlns:a16="http://schemas.microsoft.com/office/drawing/2014/main" id="{0C25275A-921E-7C51-53A0-4A195D38F10E}"/>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26" name="Freeform 32">
              <a:extLst>
                <a:ext uri="{FF2B5EF4-FFF2-40B4-BE49-F238E27FC236}">
                  <a16:creationId xmlns:a16="http://schemas.microsoft.com/office/drawing/2014/main" id="{BC0056F7-4DD6-7DCC-16AF-E72C465DE01F}"/>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27" name="Freeform 33">
              <a:extLst>
                <a:ext uri="{FF2B5EF4-FFF2-40B4-BE49-F238E27FC236}">
                  <a16:creationId xmlns:a16="http://schemas.microsoft.com/office/drawing/2014/main" id="{9C1CB2CD-68D2-39C7-7FC8-E812A04855A3}"/>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28" name="Freeform 34">
              <a:extLst>
                <a:ext uri="{FF2B5EF4-FFF2-40B4-BE49-F238E27FC236}">
                  <a16:creationId xmlns:a16="http://schemas.microsoft.com/office/drawing/2014/main" id="{C9AACF25-FCEE-91BB-0872-3A44A43E23FB}"/>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grpSp>
        <p:nvGrpSpPr>
          <p:cNvPr id="29" name="Group 30">
            <a:extLst>
              <a:ext uri="{FF2B5EF4-FFF2-40B4-BE49-F238E27FC236}">
                <a16:creationId xmlns:a16="http://schemas.microsoft.com/office/drawing/2014/main" id="{30416BCF-5731-6D76-F15E-EEB542062F6D}"/>
              </a:ext>
            </a:extLst>
          </p:cNvPr>
          <p:cNvGrpSpPr/>
          <p:nvPr/>
        </p:nvGrpSpPr>
        <p:grpSpPr>
          <a:xfrm>
            <a:off x="11189510" y="9264956"/>
            <a:ext cx="3930275" cy="891767"/>
            <a:chOff x="0" y="0"/>
            <a:chExt cx="5240366" cy="1189023"/>
          </a:xfrm>
        </p:grpSpPr>
        <p:sp>
          <p:nvSpPr>
            <p:cNvPr id="30" name="Freeform 31">
              <a:extLst>
                <a:ext uri="{FF2B5EF4-FFF2-40B4-BE49-F238E27FC236}">
                  <a16:creationId xmlns:a16="http://schemas.microsoft.com/office/drawing/2014/main" id="{076A5CB0-6154-E13A-0800-FCC9986B8763}"/>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31" name="Freeform 32">
              <a:extLst>
                <a:ext uri="{FF2B5EF4-FFF2-40B4-BE49-F238E27FC236}">
                  <a16:creationId xmlns:a16="http://schemas.microsoft.com/office/drawing/2014/main" id="{82E66D68-26EE-9862-3668-66ECC05D1001}"/>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32" name="Freeform 33">
              <a:extLst>
                <a:ext uri="{FF2B5EF4-FFF2-40B4-BE49-F238E27FC236}">
                  <a16:creationId xmlns:a16="http://schemas.microsoft.com/office/drawing/2014/main" id="{EC909CB8-EAF5-139A-E161-67008A5DD385}"/>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33" name="Freeform 34">
              <a:extLst>
                <a:ext uri="{FF2B5EF4-FFF2-40B4-BE49-F238E27FC236}">
                  <a16:creationId xmlns:a16="http://schemas.microsoft.com/office/drawing/2014/main" id="{A21DBBC8-C7B9-739D-E742-9D74B1B87129}"/>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grpSp>
        <p:nvGrpSpPr>
          <p:cNvPr id="34" name="Group 30">
            <a:extLst>
              <a:ext uri="{FF2B5EF4-FFF2-40B4-BE49-F238E27FC236}">
                <a16:creationId xmlns:a16="http://schemas.microsoft.com/office/drawing/2014/main" id="{B7C3032C-83E8-FC3D-4AE6-3B1FFB6F137A}"/>
              </a:ext>
            </a:extLst>
          </p:cNvPr>
          <p:cNvGrpSpPr/>
          <p:nvPr/>
        </p:nvGrpSpPr>
        <p:grpSpPr>
          <a:xfrm>
            <a:off x="14849554" y="9299398"/>
            <a:ext cx="3930275" cy="891767"/>
            <a:chOff x="0" y="0"/>
            <a:chExt cx="5240366" cy="1189023"/>
          </a:xfrm>
        </p:grpSpPr>
        <p:sp>
          <p:nvSpPr>
            <p:cNvPr id="35" name="Freeform 31">
              <a:extLst>
                <a:ext uri="{FF2B5EF4-FFF2-40B4-BE49-F238E27FC236}">
                  <a16:creationId xmlns:a16="http://schemas.microsoft.com/office/drawing/2014/main" id="{489B6DBF-C178-AABD-B15D-0607DBC1F23E}"/>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36" name="Freeform 32">
              <a:extLst>
                <a:ext uri="{FF2B5EF4-FFF2-40B4-BE49-F238E27FC236}">
                  <a16:creationId xmlns:a16="http://schemas.microsoft.com/office/drawing/2014/main" id="{37F98AA5-4B87-31CC-1279-3C1688527BA0}"/>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37" name="Freeform 33">
              <a:extLst>
                <a:ext uri="{FF2B5EF4-FFF2-40B4-BE49-F238E27FC236}">
                  <a16:creationId xmlns:a16="http://schemas.microsoft.com/office/drawing/2014/main" id="{DC74C59C-260C-75DE-B1D4-91E334C7E843}"/>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38" name="Freeform 34">
              <a:extLst>
                <a:ext uri="{FF2B5EF4-FFF2-40B4-BE49-F238E27FC236}">
                  <a16:creationId xmlns:a16="http://schemas.microsoft.com/office/drawing/2014/main" id="{442BA983-0641-2D82-8365-C337E1BFDDA1}"/>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sp>
        <p:nvSpPr>
          <p:cNvPr id="8" name="Freeform 17">
            <a:extLst>
              <a:ext uri="{FF2B5EF4-FFF2-40B4-BE49-F238E27FC236}">
                <a16:creationId xmlns:a16="http://schemas.microsoft.com/office/drawing/2014/main" id="{7DE9028D-1D27-2158-5890-BE7B64EA53A3}"/>
              </a:ext>
            </a:extLst>
          </p:cNvPr>
          <p:cNvSpPr/>
          <p:nvPr/>
        </p:nvSpPr>
        <p:spPr>
          <a:xfrm>
            <a:off x="326130" y="521285"/>
            <a:ext cx="9351270" cy="1529042"/>
          </a:xfrm>
          <a:custGeom>
            <a:avLst/>
            <a:gdLst/>
            <a:ahLst/>
            <a:cxnLst/>
            <a:rect l="l" t="t" r="r" b="b"/>
            <a:pathLst>
              <a:path w="3432585" h="571910">
                <a:moveTo>
                  <a:pt x="30295" y="0"/>
                </a:moveTo>
                <a:lnTo>
                  <a:pt x="3402290" y="0"/>
                </a:lnTo>
                <a:cubicBezTo>
                  <a:pt x="3410325" y="0"/>
                  <a:pt x="3418031" y="3192"/>
                  <a:pt x="3423712" y="8873"/>
                </a:cubicBezTo>
                <a:cubicBezTo>
                  <a:pt x="3429393" y="14555"/>
                  <a:pt x="3432585" y="22260"/>
                  <a:pt x="3432585" y="30295"/>
                </a:cubicBezTo>
                <a:lnTo>
                  <a:pt x="3432585" y="541615"/>
                </a:lnTo>
                <a:cubicBezTo>
                  <a:pt x="3432585" y="558347"/>
                  <a:pt x="3419022" y="571910"/>
                  <a:pt x="3402290" y="571910"/>
                </a:cubicBezTo>
                <a:lnTo>
                  <a:pt x="30295" y="571910"/>
                </a:lnTo>
                <a:cubicBezTo>
                  <a:pt x="22260" y="571910"/>
                  <a:pt x="14555" y="568719"/>
                  <a:pt x="8873" y="563037"/>
                </a:cubicBezTo>
                <a:cubicBezTo>
                  <a:pt x="3192" y="557356"/>
                  <a:pt x="0" y="549650"/>
                  <a:pt x="0" y="541615"/>
                </a:cubicBezTo>
                <a:lnTo>
                  <a:pt x="0" y="30295"/>
                </a:lnTo>
                <a:cubicBezTo>
                  <a:pt x="0" y="22260"/>
                  <a:pt x="3192" y="14555"/>
                  <a:pt x="8873" y="8873"/>
                </a:cubicBezTo>
                <a:cubicBezTo>
                  <a:pt x="14555" y="3192"/>
                  <a:pt x="22260" y="0"/>
                  <a:pt x="30295" y="0"/>
                </a:cubicBezTo>
                <a:close/>
              </a:path>
            </a:pathLst>
          </a:custGeom>
          <a:solidFill>
            <a:schemeClr val="accent6">
              <a:lumMod val="75000"/>
            </a:schemeClr>
          </a:solidFill>
          <a:ln w="66675" cap="rnd">
            <a:solidFill>
              <a:schemeClr val="accent6">
                <a:lumMod val="75000"/>
              </a:schemeClr>
            </a:solidFill>
            <a:prstDash val="solid"/>
            <a:round/>
          </a:ln>
        </p:spPr>
      </p:sp>
      <p:sp>
        <p:nvSpPr>
          <p:cNvPr id="9" name="TextBox 18">
            <a:extLst>
              <a:ext uri="{FF2B5EF4-FFF2-40B4-BE49-F238E27FC236}">
                <a16:creationId xmlns:a16="http://schemas.microsoft.com/office/drawing/2014/main" id="{29ADA7A2-5106-2D60-29D3-C40E3477919A}"/>
              </a:ext>
            </a:extLst>
          </p:cNvPr>
          <p:cNvSpPr txBox="1"/>
          <p:nvPr/>
        </p:nvSpPr>
        <p:spPr>
          <a:xfrm>
            <a:off x="533400" y="647700"/>
            <a:ext cx="8801057" cy="1160626"/>
          </a:xfrm>
          <a:prstGeom prst="rect">
            <a:avLst/>
          </a:prstGeom>
          <a:solidFill>
            <a:srgbClr val="FFC000"/>
          </a:solidFill>
          <a:ln>
            <a:solidFill>
              <a:srgbClr val="FFC000"/>
            </a:solidFill>
          </a:ln>
        </p:spPr>
        <p:txBody>
          <a:bodyPr lIns="50800" tIns="50800" rIns="50800" bIns="50800" rtlCol="0" anchor="ctr"/>
          <a:lstStyle/>
          <a:p>
            <a:pPr algn="ctr"/>
            <a:r>
              <a:rPr lang="en-US" sz="3600" b="1" dirty="0">
                <a:latin typeface="Arial" panose="020B0604020202020204" pitchFamily="34" charset="0"/>
                <a:cs typeface="Arial" panose="020B0604020202020204" pitchFamily="34" charset="0"/>
              </a:rPr>
              <a:t>High-effort information  Processing and Decision Making</a:t>
            </a:r>
          </a:p>
        </p:txBody>
      </p:sp>
      <p:sp>
        <p:nvSpPr>
          <p:cNvPr id="11" name="TextBox 10">
            <a:extLst>
              <a:ext uri="{FF2B5EF4-FFF2-40B4-BE49-F238E27FC236}">
                <a16:creationId xmlns:a16="http://schemas.microsoft.com/office/drawing/2014/main" id="{25AB5D00-566F-DBBA-A92C-DA9BEE0668CA}"/>
              </a:ext>
            </a:extLst>
          </p:cNvPr>
          <p:cNvSpPr txBox="1"/>
          <p:nvPr/>
        </p:nvSpPr>
        <p:spPr>
          <a:xfrm>
            <a:off x="401283" y="3923222"/>
            <a:ext cx="9241994" cy="2173544"/>
          </a:xfrm>
          <a:prstGeom prst="rect">
            <a:avLst/>
          </a:prstGeom>
          <a:noFill/>
        </p:spPr>
        <p:txBody>
          <a:bodyPr wrap="square">
            <a:spAutoFit/>
          </a:bodyPr>
          <a:lstStyle/>
          <a:p>
            <a:pPr algn="just">
              <a:lnSpc>
                <a:spcPct val="107000"/>
              </a:lnSpc>
              <a:spcAft>
                <a:spcPts val="800"/>
              </a:spcAft>
            </a:pPr>
            <a:r>
              <a:rPr lang="en-US" sz="3200" b="1" kern="100" dirty="0">
                <a:effectLst/>
                <a:latin typeface="Arial" panose="020B0604020202020204" pitchFamily="34" charset="0"/>
                <a:ea typeface="Calibri" panose="020F0502020204030204" pitchFamily="34" charset="0"/>
                <a:cs typeface="Times New Roman" panose="02020603050405020304" pitchFamily="18" charset="0"/>
              </a:rPr>
              <a:t>Motivation Reasoning </a:t>
            </a:r>
            <a:r>
              <a:rPr lang="en-US" sz="3200" kern="100" dirty="0">
                <a:effectLst/>
                <a:latin typeface="Arial" panose="020B0604020202020204" pitchFamily="34" charset="0"/>
                <a:ea typeface="Calibri" panose="020F0502020204030204" pitchFamily="34" charset="0"/>
                <a:cs typeface="Times New Roman" panose="02020603050405020304" pitchFamily="18" charset="0"/>
              </a:rPr>
              <a:t>pertains to processing information in a way or a biased way that allows consumers to reach the conclusion that they want to reach.</a:t>
            </a:r>
            <a:endParaRPr lang="en-PH" sz="32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0" name="Picture 9">
            <a:extLst>
              <a:ext uri="{FF2B5EF4-FFF2-40B4-BE49-F238E27FC236}">
                <a16:creationId xmlns:a16="http://schemas.microsoft.com/office/drawing/2014/main" id="{846EC2AE-9287-7AFA-3FEA-A313E85A4167}"/>
              </a:ext>
            </a:extLst>
          </p:cNvPr>
          <p:cNvPicPr>
            <a:picLocks noChangeAspect="1"/>
          </p:cNvPicPr>
          <p:nvPr/>
        </p:nvPicPr>
        <p:blipFill>
          <a:blip r:embed="rId7"/>
          <a:stretch>
            <a:fillRect/>
          </a:stretch>
        </p:blipFill>
        <p:spPr>
          <a:xfrm>
            <a:off x="11301582" y="2033998"/>
            <a:ext cx="5943600" cy="5943600"/>
          </a:xfrm>
          <a:prstGeom prst="rect">
            <a:avLst/>
          </a:prstGeom>
        </p:spPr>
      </p:pic>
    </p:spTree>
    <p:extLst>
      <p:ext uri="{BB962C8B-B14F-4D97-AF65-F5344CB8AC3E}">
        <p14:creationId xmlns:p14="http://schemas.microsoft.com/office/powerpoint/2010/main" val="2454926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D121B-1D2C-1890-3408-771888EEF26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9A98F5E-C053-1B07-01F5-C5FD40BE1C80}"/>
              </a:ext>
            </a:extLst>
          </p:cNvPr>
          <p:cNvSpPr/>
          <p:nvPr/>
        </p:nvSpPr>
        <p:spPr>
          <a:xfrm>
            <a:off x="0" y="-11061"/>
            <a:ext cx="6096000" cy="114300"/>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Rectangle 2">
            <a:extLst>
              <a:ext uri="{FF2B5EF4-FFF2-40B4-BE49-F238E27FC236}">
                <a16:creationId xmlns:a16="http://schemas.microsoft.com/office/drawing/2014/main" id="{ACDDEA03-3604-7695-25DD-7989238FFD0A}"/>
              </a:ext>
            </a:extLst>
          </p:cNvPr>
          <p:cNvSpPr/>
          <p:nvPr/>
        </p:nvSpPr>
        <p:spPr>
          <a:xfrm>
            <a:off x="6248400" y="0"/>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 name="Rectangle 3">
            <a:extLst>
              <a:ext uri="{FF2B5EF4-FFF2-40B4-BE49-F238E27FC236}">
                <a16:creationId xmlns:a16="http://schemas.microsoft.com/office/drawing/2014/main" id="{8002298E-4901-6F16-067C-4A08CA1307D9}"/>
              </a:ext>
            </a:extLst>
          </p:cNvPr>
          <p:cNvSpPr/>
          <p:nvPr/>
        </p:nvSpPr>
        <p:spPr>
          <a:xfrm>
            <a:off x="12344400" y="0"/>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 name="Rectangle 4">
            <a:extLst>
              <a:ext uri="{FF2B5EF4-FFF2-40B4-BE49-F238E27FC236}">
                <a16:creationId xmlns:a16="http://schemas.microsoft.com/office/drawing/2014/main" id="{D5BFBC22-91C3-8722-8CD9-6C7C0544538D}"/>
              </a:ext>
            </a:extLst>
          </p:cNvPr>
          <p:cNvSpPr/>
          <p:nvPr/>
        </p:nvSpPr>
        <p:spPr>
          <a:xfrm>
            <a:off x="0" y="10154265"/>
            <a:ext cx="6096000" cy="114300"/>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6" name="Rectangle 5">
            <a:extLst>
              <a:ext uri="{FF2B5EF4-FFF2-40B4-BE49-F238E27FC236}">
                <a16:creationId xmlns:a16="http://schemas.microsoft.com/office/drawing/2014/main" id="{6D649830-EF52-3938-D7BE-DBEC77927162}"/>
              </a:ext>
            </a:extLst>
          </p:cNvPr>
          <p:cNvSpPr/>
          <p:nvPr/>
        </p:nvSpPr>
        <p:spPr>
          <a:xfrm>
            <a:off x="6248400" y="10165326"/>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 name="Rectangle 6">
            <a:extLst>
              <a:ext uri="{FF2B5EF4-FFF2-40B4-BE49-F238E27FC236}">
                <a16:creationId xmlns:a16="http://schemas.microsoft.com/office/drawing/2014/main" id="{C0385B2C-5A1F-DFD5-25D6-F9B9A5813BED}"/>
              </a:ext>
            </a:extLst>
          </p:cNvPr>
          <p:cNvSpPr/>
          <p:nvPr/>
        </p:nvSpPr>
        <p:spPr>
          <a:xfrm>
            <a:off x="12344400" y="10165326"/>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nvGrpSpPr>
          <p:cNvPr id="14" name="Group 30">
            <a:extLst>
              <a:ext uri="{FF2B5EF4-FFF2-40B4-BE49-F238E27FC236}">
                <a16:creationId xmlns:a16="http://schemas.microsoft.com/office/drawing/2014/main" id="{2005F396-912A-B77D-E82B-A1BC7D07CF8F}"/>
              </a:ext>
            </a:extLst>
          </p:cNvPr>
          <p:cNvGrpSpPr/>
          <p:nvPr/>
        </p:nvGrpSpPr>
        <p:grpSpPr>
          <a:xfrm>
            <a:off x="-172611" y="9338569"/>
            <a:ext cx="3930275" cy="891767"/>
            <a:chOff x="0" y="0"/>
            <a:chExt cx="5240366" cy="1189023"/>
          </a:xfrm>
        </p:grpSpPr>
        <p:sp>
          <p:nvSpPr>
            <p:cNvPr id="15" name="Freeform 31">
              <a:extLst>
                <a:ext uri="{FF2B5EF4-FFF2-40B4-BE49-F238E27FC236}">
                  <a16:creationId xmlns:a16="http://schemas.microsoft.com/office/drawing/2014/main" id="{3119DEC4-968C-B127-F58E-A5391C297D2F}"/>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16" name="Freeform 32">
              <a:extLst>
                <a:ext uri="{FF2B5EF4-FFF2-40B4-BE49-F238E27FC236}">
                  <a16:creationId xmlns:a16="http://schemas.microsoft.com/office/drawing/2014/main" id="{BD30DA7D-8362-23AA-7B59-FF3520AFBCB2}"/>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17" name="Freeform 33">
              <a:extLst>
                <a:ext uri="{FF2B5EF4-FFF2-40B4-BE49-F238E27FC236}">
                  <a16:creationId xmlns:a16="http://schemas.microsoft.com/office/drawing/2014/main" id="{3715D88C-DA6B-8633-6808-0B038A8593F1}"/>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18" name="Freeform 34">
              <a:extLst>
                <a:ext uri="{FF2B5EF4-FFF2-40B4-BE49-F238E27FC236}">
                  <a16:creationId xmlns:a16="http://schemas.microsoft.com/office/drawing/2014/main" id="{009D2C00-BC1F-5CA0-B4B9-9A3715EB9102}"/>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grpSp>
        <p:nvGrpSpPr>
          <p:cNvPr id="19" name="Group 30">
            <a:extLst>
              <a:ext uri="{FF2B5EF4-FFF2-40B4-BE49-F238E27FC236}">
                <a16:creationId xmlns:a16="http://schemas.microsoft.com/office/drawing/2014/main" id="{B7700BA7-09C1-E2D9-997A-3BCC037F5486}"/>
              </a:ext>
            </a:extLst>
          </p:cNvPr>
          <p:cNvGrpSpPr/>
          <p:nvPr/>
        </p:nvGrpSpPr>
        <p:grpSpPr>
          <a:xfrm>
            <a:off x="3597937" y="9326382"/>
            <a:ext cx="3930275" cy="891767"/>
            <a:chOff x="0" y="0"/>
            <a:chExt cx="5240366" cy="1189023"/>
          </a:xfrm>
        </p:grpSpPr>
        <p:sp>
          <p:nvSpPr>
            <p:cNvPr id="20" name="Freeform 31">
              <a:extLst>
                <a:ext uri="{FF2B5EF4-FFF2-40B4-BE49-F238E27FC236}">
                  <a16:creationId xmlns:a16="http://schemas.microsoft.com/office/drawing/2014/main" id="{66F7536A-2B5C-3FFE-5650-1487F8BF1C79}"/>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21" name="Freeform 32">
              <a:extLst>
                <a:ext uri="{FF2B5EF4-FFF2-40B4-BE49-F238E27FC236}">
                  <a16:creationId xmlns:a16="http://schemas.microsoft.com/office/drawing/2014/main" id="{F26EEFB7-8D3B-DDB7-42E8-4B4656B923B3}"/>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22" name="Freeform 33">
              <a:extLst>
                <a:ext uri="{FF2B5EF4-FFF2-40B4-BE49-F238E27FC236}">
                  <a16:creationId xmlns:a16="http://schemas.microsoft.com/office/drawing/2014/main" id="{8F698F0B-F852-9FED-A0AA-EC91208CCF32}"/>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23" name="Freeform 34">
              <a:extLst>
                <a:ext uri="{FF2B5EF4-FFF2-40B4-BE49-F238E27FC236}">
                  <a16:creationId xmlns:a16="http://schemas.microsoft.com/office/drawing/2014/main" id="{C717A7F2-D1C1-C5BD-A6A9-30CA097C95A2}"/>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grpSp>
        <p:nvGrpSpPr>
          <p:cNvPr id="24" name="Group 30">
            <a:extLst>
              <a:ext uri="{FF2B5EF4-FFF2-40B4-BE49-F238E27FC236}">
                <a16:creationId xmlns:a16="http://schemas.microsoft.com/office/drawing/2014/main" id="{ED6209C4-52F1-E58E-32AF-3D43AED0319A}"/>
              </a:ext>
            </a:extLst>
          </p:cNvPr>
          <p:cNvGrpSpPr/>
          <p:nvPr/>
        </p:nvGrpSpPr>
        <p:grpSpPr>
          <a:xfrm>
            <a:off x="7418962" y="9257303"/>
            <a:ext cx="3930275" cy="891767"/>
            <a:chOff x="0" y="0"/>
            <a:chExt cx="5240366" cy="1189023"/>
          </a:xfrm>
        </p:grpSpPr>
        <p:sp>
          <p:nvSpPr>
            <p:cNvPr id="25" name="Freeform 31">
              <a:extLst>
                <a:ext uri="{FF2B5EF4-FFF2-40B4-BE49-F238E27FC236}">
                  <a16:creationId xmlns:a16="http://schemas.microsoft.com/office/drawing/2014/main" id="{F9337C59-B5F2-C697-9FAD-481E2817E155}"/>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26" name="Freeform 32">
              <a:extLst>
                <a:ext uri="{FF2B5EF4-FFF2-40B4-BE49-F238E27FC236}">
                  <a16:creationId xmlns:a16="http://schemas.microsoft.com/office/drawing/2014/main" id="{47314150-09D0-C8C5-AA1C-E9A958AC3846}"/>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27" name="Freeform 33">
              <a:extLst>
                <a:ext uri="{FF2B5EF4-FFF2-40B4-BE49-F238E27FC236}">
                  <a16:creationId xmlns:a16="http://schemas.microsoft.com/office/drawing/2014/main" id="{E91CF756-B672-A225-4F6C-10176692DAC4}"/>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28" name="Freeform 34">
              <a:extLst>
                <a:ext uri="{FF2B5EF4-FFF2-40B4-BE49-F238E27FC236}">
                  <a16:creationId xmlns:a16="http://schemas.microsoft.com/office/drawing/2014/main" id="{F55FC2BA-A91F-BB3E-61CC-22023DC426FD}"/>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grpSp>
        <p:nvGrpSpPr>
          <p:cNvPr id="29" name="Group 30">
            <a:extLst>
              <a:ext uri="{FF2B5EF4-FFF2-40B4-BE49-F238E27FC236}">
                <a16:creationId xmlns:a16="http://schemas.microsoft.com/office/drawing/2014/main" id="{F8ED1A1D-4079-3D4B-B370-86B81E8A77B2}"/>
              </a:ext>
            </a:extLst>
          </p:cNvPr>
          <p:cNvGrpSpPr/>
          <p:nvPr/>
        </p:nvGrpSpPr>
        <p:grpSpPr>
          <a:xfrm>
            <a:off x="11189510" y="9264956"/>
            <a:ext cx="3930275" cy="891767"/>
            <a:chOff x="0" y="0"/>
            <a:chExt cx="5240366" cy="1189023"/>
          </a:xfrm>
        </p:grpSpPr>
        <p:sp>
          <p:nvSpPr>
            <p:cNvPr id="30" name="Freeform 31">
              <a:extLst>
                <a:ext uri="{FF2B5EF4-FFF2-40B4-BE49-F238E27FC236}">
                  <a16:creationId xmlns:a16="http://schemas.microsoft.com/office/drawing/2014/main" id="{F40C321D-0449-B2C9-9FBA-584FD5CCFF77}"/>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31" name="Freeform 32">
              <a:extLst>
                <a:ext uri="{FF2B5EF4-FFF2-40B4-BE49-F238E27FC236}">
                  <a16:creationId xmlns:a16="http://schemas.microsoft.com/office/drawing/2014/main" id="{EC4E9FEA-6EF3-DD80-0259-5D96154D9252}"/>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32" name="Freeform 33">
              <a:extLst>
                <a:ext uri="{FF2B5EF4-FFF2-40B4-BE49-F238E27FC236}">
                  <a16:creationId xmlns:a16="http://schemas.microsoft.com/office/drawing/2014/main" id="{BC1127D3-F0AA-2B7C-9FC5-49274A958CC6}"/>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33" name="Freeform 34">
              <a:extLst>
                <a:ext uri="{FF2B5EF4-FFF2-40B4-BE49-F238E27FC236}">
                  <a16:creationId xmlns:a16="http://schemas.microsoft.com/office/drawing/2014/main" id="{F08268A7-F229-1C6D-8395-C991F4A8B06D}"/>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grpSp>
        <p:nvGrpSpPr>
          <p:cNvPr id="34" name="Group 30">
            <a:extLst>
              <a:ext uri="{FF2B5EF4-FFF2-40B4-BE49-F238E27FC236}">
                <a16:creationId xmlns:a16="http://schemas.microsoft.com/office/drawing/2014/main" id="{AA86012E-71DC-2C33-0EA3-4566945D9D96}"/>
              </a:ext>
            </a:extLst>
          </p:cNvPr>
          <p:cNvGrpSpPr/>
          <p:nvPr/>
        </p:nvGrpSpPr>
        <p:grpSpPr>
          <a:xfrm>
            <a:off x="14849554" y="9299398"/>
            <a:ext cx="3930275" cy="891767"/>
            <a:chOff x="0" y="0"/>
            <a:chExt cx="5240366" cy="1189023"/>
          </a:xfrm>
        </p:grpSpPr>
        <p:sp>
          <p:nvSpPr>
            <p:cNvPr id="35" name="Freeform 31">
              <a:extLst>
                <a:ext uri="{FF2B5EF4-FFF2-40B4-BE49-F238E27FC236}">
                  <a16:creationId xmlns:a16="http://schemas.microsoft.com/office/drawing/2014/main" id="{CE7AC22E-DE10-687F-206A-DC4296906129}"/>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36" name="Freeform 32">
              <a:extLst>
                <a:ext uri="{FF2B5EF4-FFF2-40B4-BE49-F238E27FC236}">
                  <a16:creationId xmlns:a16="http://schemas.microsoft.com/office/drawing/2014/main" id="{C9866024-304A-3BA2-1531-9FEDD1CC7B3E}"/>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37" name="Freeform 33">
              <a:extLst>
                <a:ext uri="{FF2B5EF4-FFF2-40B4-BE49-F238E27FC236}">
                  <a16:creationId xmlns:a16="http://schemas.microsoft.com/office/drawing/2014/main" id="{B02AC8DD-7F7A-3A05-5AE5-1CC9A10009AB}"/>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38" name="Freeform 34">
              <a:extLst>
                <a:ext uri="{FF2B5EF4-FFF2-40B4-BE49-F238E27FC236}">
                  <a16:creationId xmlns:a16="http://schemas.microsoft.com/office/drawing/2014/main" id="{40F6C372-3E51-2B9F-A787-C2F8FDAB5F9C}"/>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sp>
        <p:nvSpPr>
          <p:cNvPr id="8" name="Freeform 17">
            <a:extLst>
              <a:ext uri="{FF2B5EF4-FFF2-40B4-BE49-F238E27FC236}">
                <a16:creationId xmlns:a16="http://schemas.microsoft.com/office/drawing/2014/main" id="{7CC4B480-0413-4811-92A9-DBDC7CC2A068}"/>
              </a:ext>
            </a:extLst>
          </p:cNvPr>
          <p:cNvSpPr/>
          <p:nvPr/>
        </p:nvSpPr>
        <p:spPr>
          <a:xfrm>
            <a:off x="326130" y="521285"/>
            <a:ext cx="9351270" cy="1529042"/>
          </a:xfrm>
          <a:custGeom>
            <a:avLst/>
            <a:gdLst/>
            <a:ahLst/>
            <a:cxnLst/>
            <a:rect l="l" t="t" r="r" b="b"/>
            <a:pathLst>
              <a:path w="3432585" h="571910">
                <a:moveTo>
                  <a:pt x="30295" y="0"/>
                </a:moveTo>
                <a:lnTo>
                  <a:pt x="3402290" y="0"/>
                </a:lnTo>
                <a:cubicBezTo>
                  <a:pt x="3410325" y="0"/>
                  <a:pt x="3418031" y="3192"/>
                  <a:pt x="3423712" y="8873"/>
                </a:cubicBezTo>
                <a:cubicBezTo>
                  <a:pt x="3429393" y="14555"/>
                  <a:pt x="3432585" y="22260"/>
                  <a:pt x="3432585" y="30295"/>
                </a:cubicBezTo>
                <a:lnTo>
                  <a:pt x="3432585" y="541615"/>
                </a:lnTo>
                <a:cubicBezTo>
                  <a:pt x="3432585" y="558347"/>
                  <a:pt x="3419022" y="571910"/>
                  <a:pt x="3402290" y="571910"/>
                </a:cubicBezTo>
                <a:lnTo>
                  <a:pt x="30295" y="571910"/>
                </a:lnTo>
                <a:cubicBezTo>
                  <a:pt x="22260" y="571910"/>
                  <a:pt x="14555" y="568719"/>
                  <a:pt x="8873" y="563037"/>
                </a:cubicBezTo>
                <a:cubicBezTo>
                  <a:pt x="3192" y="557356"/>
                  <a:pt x="0" y="549650"/>
                  <a:pt x="0" y="541615"/>
                </a:cubicBezTo>
                <a:lnTo>
                  <a:pt x="0" y="30295"/>
                </a:lnTo>
                <a:cubicBezTo>
                  <a:pt x="0" y="22260"/>
                  <a:pt x="3192" y="14555"/>
                  <a:pt x="8873" y="8873"/>
                </a:cubicBezTo>
                <a:cubicBezTo>
                  <a:pt x="14555" y="3192"/>
                  <a:pt x="22260" y="0"/>
                  <a:pt x="30295" y="0"/>
                </a:cubicBezTo>
                <a:close/>
              </a:path>
            </a:pathLst>
          </a:custGeom>
          <a:solidFill>
            <a:schemeClr val="accent6">
              <a:lumMod val="75000"/>
            </a:schemeClr>
          </a:solidFill>
          <a:ln w="66675" cap="rnd">
            <a:solidFill>
              <a:schemeClr val="accent6">
                <a:lumMod val="75000"/>
              </a:schemeClr>
            </a:solidFill>
            <a:prstDash val="solid"/>
            <a:round/>
          </a:ln>
        </p:spPr>
      </p:sp>
      <p:sp>
        <p:nvSpPr>
          <p:cNvPr id="9" name="TextBox 18">
            <a:extLst>
              <a:ext uri="{FF2B5EF4-FFF2-40B4-BE49-F238E27FC236}">
                <a16:creationId xmlns:a16="http://schemas.microsoft.com/office/drawing/2014/main" id="{143965BC-6DC3-868F-0351-6933183BB209}"/>
              </a:ext>
            </a:extLst>
          </p:cNvPr>
          <p:cNvSpPr txBox="1"/>
          <p:nvPr/>
        </p:nvSpPr>
        <p:spPr>
          <a:xfrm>
            <a:off x="533400" y="647700"/>
            <a:ext cx="8801057" cy="1160626"/>
          </a:xfrm>
          <a:prstGeom prst="rect">
            <a:avLst/>
          </a:prstGeom>
          <a:solidFill>
            <a:srgbClr val="FFC000"/>
          </a:solidFill>
          <a:ln>
            <a:solidFill>
              <a:srgbClr val="FFC000"/>
            </a:solidFill>
          </a:ln>
        </p:spPr>
        <p:txBody>
          <a:bodyPr lIns="50800" tIns="50800" rIns="50800" bIns="50800" rtlCol="0" anchor="ctr"/>
          <a:lstStyle/>
          <a:p>
            <a:pPr algn="ctr"/>
            <a:r>
              <a:rPr lang="en-US" sz="3600" b="1" dirty="0">
                <a:latin typeface="Arial" panose="020B0604020202020204" pitchFamily="34" charset="0"/>
                <a:cs typeface="Arial" panose="020B0604020202020204" pitchFamily="34" charset="0"/>
              </a:rPr>
              <a:t>High-effort information  Processing and Decision Making</a:t>
            </a:r>
          </a:p>
        </p:txBody>
      </p:sp>
      <p:sp>
        <p:nvSpPr>
          <p:cNvPr id="11" name="TextBox 10">
            <a:extLst>
              <a:ext uri="{FF2B5EF4-FFF2-40B4-BE49-F238E27FC236}">
                <a16:creationId xmlns:a16="http://schemas.microsoft.com/office/drawing/2014/main" id="{4C2F809B-3C71-6840-2568-DC3ED0A45B99}"/>
              </a:ext>
            </a:extLst>
          </p:cNvPr>
          <p:cNvSpPr txBox="1"/>
          <p:nvPr/>
        </p:nvSpPr>
        <p:spPr>
          <a:xfrm>
            <a:off x="401283" y="3923222"/>
            <a:ext cx="9241994" cy="2276136"/>
          </a:xfrm>
          <a:prstGeom prst="rect">
            <a:avLst/>
          </a:prstGeom>
          <a:noFill/>
        </p:spPr>
        <p:txBody>
          <a:bodyPr wrap="square">
            <a:spAutoFit/>
          </a:bodyPr>
          <a:lstStyle/>
          <a:p>
            <a:pPr algn="just">
              <a:lnSpc>
                <a:spcPct val="107000"/>
              </a:lnSpc>
              <a:spcAft>
                <a:spcPts val="800"/>
              </a:spcAft>
            </a:pPr>
            <a:r>
              <a:rPr lang="en-US" sz="3200" b="1" kern="100" dirty="0">
                <a:effectLst/>
                <a:latin typeface="Arial" panose="020B0604020202020204" pitchFamily="34" charset="0"/>
                <a:ea typeface="Calibri" panose="020F0502020204030204" pitchFamily="34" charset="0"/>
                <a:cs typeface="Times New Roman" panose="02020603050405020304" pitchFamily="18" charset="0"/>
              </a:rPr>
              <a:t>Felt Involvement </a:t>
            </a:r>
            <a:r>
              <a:rPr lang="en-US" sz="3200" kern="100" dirty="0">
                <a:effectLst/>
                <a:latin typeface="Arial" panose="020B0604020202020204" pitchFamily="34" charset="0"/>
                <a:ea typeface="Calibri" panose="020F0502020204030204" pitchFamily="34" charset="0"/>
                <a:cs typeface="Times New Roman" panose="02020603050405020304" pitchFamily="18" charset="0"/>
              </a:rPr>
              <a:t>refers to the consumer’s experience of being motivated with respect to a product or service, or decisions and actions about</a:t>
            </a:r>
          </a:p>
          <a:p>
            <a:pPr algn="just">
              <a:lnSpc>
                <a:spcPct val="107000"/>
              </a:lnSpc>
              <a:spcAft>
                <a:spcPts val="800"/>
              </a:spcAft>
            </a:pPr>
            <a:r>
              <a:rPr lang="en-US" sz="3200" kern="100" dirty="0">
                <a:effectLst/>
                <a:latin typeface="Arial" panose="020B0604020202020204" pitchFamily="34" charset="0"/>
                <a:ea typeface="Calibri" panose="020F0502020204030204" pitchFamily="34" charset="0"/>
                <a:cs typeface="Times New Roman" panose="02020603050405020304" pitchFamily="18" charset="0"/>
              </a:rPr>
              <a:t>these.</a:t>
            </a:r>
            <a:endParaRPr lang="en-PH" sz="32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026" name="Picture 2" descr="Customer Experience: Crafting Memorable Interactions - Aim Technologies">
            <a:extLst>
              <a:ext uri="{FF2B5EF4-FFF2-40B4-BE49-F238E27FC236}">
                <a16:creationId xmlns:a16="http://schemas.microsoft.com/office/drawing/2014/main" id="{1B410EC1-497D-6E10-3976-1E4B89ADE44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325801" y="2857500"/>
            <a:ext cx="6385663" cy="51057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53271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933C4-560D-15C8-3CDA-BFCE82C992B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68FDB74-BAED-FB9E-B736-4D220B504C35}"/>
              </a:ext>
            </a:extLst>
          </p:cNvPr>
          <p:cNvSpPr/>
          <p:nvPr/>
        </p:nvSpPr>
        <p:spPr>
          <a:xfrm>
            <a:off x="0" y="-11061"/>
            <a:ext cx="6096000" cy="114300"/>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Rectangle 2">
            <a:extLst>
              <a:ext uri="{FF2B5EF4-FFF2-40B4-BE49-F238E27FC236}">
                <a16:creationId xmlns:a16="http://schemas.microsoft.com/office/drawing/2014/main" id="{DACA2938-E335-1B26-9F24-BA94D1F4DC33}"/>
              </a:ext>
            </a:extLst>
          </p:cNvPr>
          <p:cNvSpPr/>
          <p:nvPr/>
        </p:nvSpPr>
        <p:spPr>
          <a:xfrm>
            <a:off x="6248400" y="0"/>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 name="Rectangle 3">
            <a:extLst>
              <a:ext uri="{FF2B5EF4-FFF2-40B4-BE49-F238E27FC236}">
                <a16:creationId xmlns:a16="http://schemas.microsoft.com/office/drawing/2014/main" id="{832F4C89-5D81-9CAC-73A9-95DCBD1AB728}"/>
              </a:ext>
            </a:extLst>
          </p:cNvPr>
          <p:cNvSpPr/>
          <p:nvPr/>
        </p:nvSpPr>
        <p:spPr>
          <a:xfrm>
            <a:off x="12344400" y="0"/>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 name="Rectangle 4">
            <a:extLst>
              <a:ext uri="{FF2B5EF4-FFF2-40B4-BE49-F238E27FC236}">
                <a16:creationId xmlns:a16="http://schemas.microsoft.com/office/drawing/2014/main" id="{95852FD2-C3EB-E6B5-0BE0-E227500088C2}"/>
              </a:ext>
            </a:extLst>
          </p:cNvPr>
          <p:cNvSpPr/>
          <p:nvPr/>
        </p:nvSpPr>
        <p:spPr>
          <a:xfrm>
            <a:off x="0" y="10154265"/>
            <a:ext cx="6096000" cy="114300"/>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6" name="Rectangle 5">
            <a:extLst>
              <a:ext uri="{FF2B5EF4-FFF2-40B4-BE49-F238E27FC236}">
                <a16:creationId xmlns:a16="http://schemas.microsoft.com/office/drawing/2014/main" id="{4A29AD2F-D5CE-4808-902B-3B4261455A52}"/>
              </a:ext>
            </a:extLst>
          </p:cNvPr>
          <p:cNvSpPr/>
          <p:nvPr/>
        </p:nvSpPr>
        <p:spPr>
          <a:xfrm>
            <a:off x="6248400" y="10165326"/>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 name="Rectangle 6">
            <a:extLst>
              <a:ext uri="{FF2B5EF4-FFF2-40B4-BE49-F238E27FC236}">
                <a16:creationId xmlns:a16="http://schemas.microsoft.com/office/drawing/2014/main" id="{04248493-CF26-7158-7C26-C3BD7E6414ED}"/>
              </a:ext>
            </a:extLst>
          </p:cNvPr>
          <p:cNvSpPr/>
          <p:nvPr/>
        </p:nvSpPr>
        <p:spPr>
          <a:xfrm>
            <a:off x="12344400" y="10165326"/>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nvGrpSpPr>
          <p:cNvPr id="14" name="Group 30">
            <a:extLst>
              <a:ext uri="{FF2B5EF4-FFF2-40B4-BE49-F238E27FC236}">
                <a16:creationId xmlns:a16="http://schemas.microsoft.com/office/drawing/2014/main" id="{31F79430-6673-B4B8-D262-30F9D1EC7361}"/>
              </a:ext>
            </a:extLst>
          </p:cNvPr>
          <p:cNvGrpSpPr/>
          <p:nvPr/>
        </p:nvGrpSpPr>
        <p:grpSpPr>
          <a:xfrm>
            <a:off x="-172611" y="9338569"/>
            <a:ext cx="3930275" cy="891767"/>
            <a:chOff x="0" y="0"/>
            <a:chExt cx="5240366" cy="1189023"/>
          </a:xfrm>
        </p:grpSpPr>
        <p:sp>
          <p:nvSpPr>
            <p:cNvPr id="15" name="Freeform 31">
              <a:extLst>
                <a:ext uri="{FF2B5EF4-FFF2-40B4-BE49-F238E27FC236}">
                  <a16:creationId xmlns:a16="http://schemas.microsoft.com/office/drawing/2014/main" id="{FDE65E0C-B8E8-6CB4-9C31-AA933E3B0C24}"/>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16" name="Freeform 32">
              <a:extLst>
                <a:ext uri="{FF2B5EF4-FFF2-40B4-BE49-F238E27FC236}">
                  <a16:creationId xmlns:a16="http://schemas.microsoft.com/office/drawing/2014/main" id="{74FC52DF-9AC2-5031-5F28-B8443EEA53F5}"/>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17" name="Freeform 33">
              <a:extLst>
                <a:ext uri="{FF2B5EF4-FFF2-40B4-BE49-F238E27FC236}">
                  <a16:creationId xmlns:a16="http://schemas.microsoft.com/office/drawing/2014/main" id="{8F10FEE2-DEB2-EE69-CDF5-F301633AB03B}"/>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18" name="Freeform 34">
              <a:extLst>
                <a:ext uri="{FF2B5EF4-FFF2-40B4-BE49-F238E27FC236}">
                  <a16:creationId xmlns:a16="http://schemas.microsoft.com/office/drawing/2014/main" id="{9FDA4482-D2AF-9197-FC77-B4270334D65A}"/>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grpSp>
        <p:nvGrpSpPr>
          <p:cNvPr id="19" name="Group 30">
            <a:extLst>
              <a:ext uri="{FF2B5EF4-FFF2-40B4-BE49-F238E27FC236}">
                <a16:creationId xmlns:a16="http://schemas.microsoft.com/office/drawing/2014/main" id="{8398BF30-4C9E-F4AB-A064-820906007BFD}"/>
              </a:ext>
            </a:extLst>
          </p:cNvPr>
          <p:cNvGrpSpPr/>
          <p:nvPr/>
        </p:nvGrpSpPr>
        <p:grpSpPr>
          <a:xfrm>
            <a:off x="3597937" y="9326382"/>
            <a:ext cx="3930275" cy="891767"/>
            <a:chOff x="0" y="0"/>
            <a:chExt cx="5240366" cy="1189023"/>
          </a:xfrm>
        </p:grpSpPr>
        <p:sp>
          <p:nvSpPr>
            <p:cNvPr id="20" name="Freeform 31">
              <a:extLst>
                <a:ext uri="{FF2B5EF4-FFF2-40B4-BE49-F238E27FC236}">
                  <a16:creationId xmlns:a16="http://schemas.microsoft.com/office/drawing/2014/main" id="{8016BF5D-545C-2A30-5783-BE325BC0E7AB}"/>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21" name="Freeform 32">
              <a:extLst>
                <a:ext uri="{FF2B5EF4-FFF2-40B4-BE49-F238E27FC236}">
                  <a16:creationId xmlns:a16="http://schemas.microsoft.com/office/drawing/2014/main" id="{533030E9-D28B-FFE9-5A06-C70B9AE10EE1}"/>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22" name="Freeform 33">
              <a:extLst>
                <a:ext uri="{FF2B5EF4-FFF2-40B4-BE49-F238E27FC236}">
                  <a16:creationId xmlns:a16="http://schemas.microsoft.com/office/drawing/2014/main" id="{711C11B2-4093-4B25-A119-DF06988C9CF3}"/>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23" name="Freeform 34">
              <a:extLst>
                <a:ext uri="{FF2B5EF4-FFF2-40B4-BE49-F238E27FC236}">
                  <a16:creationId xmlns:a16="http://schemas.microsoft.com/office/drawing/2014/main" id="{DFE60703-91BA-E0C8-2828-99E2FE9E9D9B}"/>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grpSp>
        <p:nvGrpSpPr>
          <p:cNvPr id="24" name="Group 30">
            <a:extLst>
              <a:ext uri="{FF2B5EF4-FFF2-40B4-BE49-F238E27FC236}">
                <a16:creationId xmlns:a16="http://schemas.microsoft.com/office/drawing/2014/main" id="{D0A8E763-6A51-5B36-C76D-63EBA0F5766A}"/>
              </a:ext>
            </a:extLst>
          </p:cNvPr>
          <p:cNvGrpSpPr/>
          <p:nvPr/>
        </p:nvGrpSpPr>
        <p:grpSpPr>
          <a:xfrm>
            <a:off x="7418962" y="9257303"/>
            <a:ext cx="3930275" cy="891767"/>
            <a:chOff x="0" y="0"/>
            <a:chExt cx="5240366" cy="1189023"/>
          </a:xfrm>
        </p:grpSpPr>
        <p:sp>
          <p:nvSpPr>
            <p:cNvPr id="25" name="Freeform 31">
              <a:extLst>
                <a:ext uri="{FF2B5EF4-FFF2-40B4-BE49-F238E27FC236}">
                  <a16:creationId xmlns:a16="http://schemas.microsoft.com/office/drawing/2014/main" id="{7DA11511-0D31-DAEA-BB89-ABEA98DD84F6}"/>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26" name="Freeform 32">
              <a:extLst>
                <a:ext uri="{FF2B5EF4-FFF2-40B4-BE49-F238E27FC236}">
                  <a16:creationId xmlns:a16="http://schemas.microsoft.com/office/drawing/2014/main" id="{82E794A1-F5A9-A134-2498-9CF0BA0E55A6}"/>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27" name="Freeform 33">
              <a:extLst>
                <a:ext uri="{FF2B5EF4-FFF2-40B4-BE49-F238E27FC236}">
                  <a16:creationId xmlns:a16="http://schemas.microsoft.com/office/drawing/2014/main" id="{B5FD2423-2364-BFC6-8732-A16EDF08627B}"/>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28" name="Freeform 34">
              <a:extLst>
                <a:ext uri="{FF2B5EF4-FFF2-40B4-BE49-F238E27FC236}">
                  <a16:creationId xmlns:a16="http://schemas.microsoft.com/office/drawing/2014/main" id="{94F3B492-8872-D948-64A2-C9A6954E95C4}"/>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grpSp>
        <p:nvGrpSpPr>
          <p:cNvPr id="29" name="Group 30">
            <a:extLst>
              <a:ext uri="{FF2B5EF4-FFF2-40B4-BE49-F238E27FC236}">
                <a16:creationId xmlns:a16="http://schemas.microsoft.com/office/drawing/2014/main" id="{7F98B588-286B-FE9B-A7C1-6FAB481DB8B0}"/>
              </a:ext>
            </a:extLst>
          </p:cNvPr>
          <p:cNvGrpSpPr/>
          <p:nvPr/>
        </p:nvGrpSpPr>
        <p:grpSpPr>
          <a:xfrm>
            <a:off x="11189510" y="9264956"/>
            <a:ext cx="3930275" cy="891767"/>
            <a:chOff x="0" y="0"/>
            <a:chExt cx="5240366" cy="1189023"/>
          </a:xfrm>
        </p:grpSpPr>
        <p:sp>
          <p:nvSpPr>
            <p:cNvPr id="30" name="Freeform 31">
              <a:extLst>
                <a:ext uri="{FF2B5EF4-FFF2-40B4-BE49-F238E27FC236}">
                  <a16:creationId xmlns:a16="http://schemas.microsoft.com/office/drawing/2014/main" id="{4B091A84-21B1-3235-9113-DD5EC10205BC}"/>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31" name="Freeform 32">
              <a:extLst>
                <a:ext uri="{FF2B5EF4-FFF2-40B4-BE49-F238E27FC236}">
                  <a16:creationId xmlns:a16="http://schemas.microsoft.com/office/drawing/2014/main" id="{BE3BB513-E4A7-4A0F-813F-4728E1B72403}"/>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32" name="Freeform 33">
              <a:extLst>
                <a:ext uri="{FF2B5EF4-FFF2-40B4-BE49-F238E27FC236}">
                  <a16:creationId xmlns:a16="http://schemas.microsoft.com/office/drawing/2014/main" id="{1B840774-3C8C-EEAA-3CDE-A3843AFD929C}"/>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33" name="Freeform 34">
              <a:extLst>
                <a:ext uri="{FF2B5EF4-FFF2-40B4-BE49-F238E27FC236}">
                  <a16:creationId xmlns:a16="http://schemas.microsoft.com/office/drawing/2014/main" id="{6BE04195-6ECF-1D1C-6238-21A8A17B2B44}"/>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grpSp>
        <p:nvGrpSpPr>
          <p:cNvPr id="34" name="Group 30">
            <a:extLst>
              <a:ext uri="{FF2B5EF4-FFF2-40B4-BE49-F238E27FC236}">
                <a16:creationId xmlns:a16="http://schemas.microsoft.com/office/drawing/2014/main" id="{EA978A1F-3B54-DFBB-0B3C-FFC1AF52F8AF}"/>
              </a:ext>
            </a:extLst>
          </p:cNvPr>
          <p:cNvGrpSpPr/>
          <p:nvPr/>
        </p:nvGrpSpPr>
        <p:grpSpPr>
          <a:xfrm>
            <a:off x="14849554" y="9299398"/>
            <a:ext cx="3930275" cy="891767"/>
            <a:chOff x="0" y="0"/>
            <a:chExt cx="5240366" cy="1189023"/>
          </a:xfrm>
        </p:grpSpPr>
        <p:sp>
          <p:nvSpPr>
            <p:cNvPr id="35" name="Freeform 31">
              <a:extLst>
                <a:ext uri="{FF2B5EF4-FFF2-40B4-BE49-F238E27FC236}">
                  <a16:creationId xmlns:a16="http://schemas.microsoft.com/office/drawing/2014/main" id="{37EE1762-3CF2-BB37-5860-A9EC2C0447C3}"/>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36" name="Freeform 32">
              <a:extLst>
                <a:ext uri="{FF2B5EF4-FFF2-40B4-BE49-F238E27FC236}">
                  <a16:creationId xmlns:a16="http://schemas.microsoft.com/office/drawing/2014/main" id="{0D5336CF-96D2-5014-B53D-6A64B940EB5A}"/>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37" name="Freeform 33">
              <a:extLst>
                <a:ext uri="{FF2B5EF4-FFF2-40B4-BE49-F238E27FC236}">
                  <a16:creationId xmlns:a16="http://schemas.microsoft.com/office/drawing/2014/main" id="{866A76F5-2D8F-AB11-AFDC-0C23C2EAF8E4}"/>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38" name="Freeform 34">
              <a:extLst>
                <a:ext uri="{FF2B5EF4-FFF2-40B4-BE49-F238E27FC236}">
                  <a16:creationId xmlns:a16="http://schemas.microsoft.com/office/drawing/2014/main" id="{802BCDED-2972-6A96-9C29-02B16FBE839A}"/>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sp>
        <p:nvSpPr>
          <p:cNvPr id="8" name="Freeform 17">
            <a:extLst>
              <a:ext uri="{FF2B5EF4-FFF2-40B4-BE49-F238E27FC236}">
                <a16:creationId xmlns:a16="http://schemas.microsoft.com/office/drawing/2014/main" id="{6A0B3386-0A73-3140-143B-F9821B51FDB0}"/>
              </a:ext>
            </a:extLst>
          </p:cNvPr>
          <p:cNvSpPr/>
          <p:nvPr/>
        </p:nvSpPr>
        <p:spPr>
          <a:xfrm>
            <a:off x="326130" y="521285"/>
            <a:ext cx="9122670" cy="891767"/>
          </a:xfrm>
          <a:custGeom>
            <a:avLst/>
            <a:gdLst/>
            <a:ahLst/>
            <a:cxnLst/>
            <a:rect l="l" t="t" r="r" b="b"/>
            <a:pathLst>
              <a:path w="3432585" h="571910">
                <a:moveTo>
                  <a:pt x="30295" y="0"/>
                </a:moveTo>
                <a:lnTo>
                  <a:pt x="3402290" y="0"/>
                </a:lnTo>
                <a:cubicBezTo>
                  <a:pt x="3410325" y="0"/>
                  <a:pt x="3418031" y="3192"/>
                  <a:pt x="3423712" y="8873"/>
                </a:cubicBezTo>
                <a:cubicBezTo>
                  <a:pt x="3429393" y="14555"/>
                  <a:pt x="3432585" y="22260"/>
                  <a:pt x="3432585" y="30295"/>
                </a:cubicBezTo>
                <a:lnTo>
                  <a:pt x="3432585" y="541615"/>
                </a:lnTo>
                <a:cubicBezTo>
                  <a:pt x="3432585" y="558347"/>
                  <a:pt x="3419022" y="571910"/>
                  <a:pt x="3402290" y="571910"/>
                </a:cubicBezTo>
                <a:lnTo>
                  <a:pt x="30295" y="571910"/>
                </a:lnTo>
                <a:cubicBezTo>
                  <a:pt x="22260" y="571910"/>
                  <a:pt x="14555" y="568719"/>
                  <a:pt x="8873" y="563037"/>
                </a:cubicBezTo>
                <a:cubicBezTo>
                  <a:pt x="3192" y="557356"/>
                  <a:pt x="0" y="549650"/>
                  <a:pt x="0" y="541615"/>
                </a:cubicBezTo>
                <a:lnTo>
                  <a:pt x="0" y="30295"/>
                </a:lnTo>
                <a:cubicBezTo>
                  <a:pt x="0" y="22260"/>
                  <a:pt x="3192" y="14555"/>
                  <a:pt x="8873" y="8873"/>
                </a:cubicBezTo>
                <a:cubicBezTo>
                  <a:pt x="14555" y="3192"/>
                  <a:pt x="22260" y="0"/>
                  <a:pt x="30295" y="0"/>
                </a:cubicBezTo>
                <a:close/>
              </a:path>
            </a:pathLst>
          </a:custGeom>
          <a:solidFill>
            <a:schemeClr val="accent6">
              <a:lumMod val="75000"/>
            </a:schemeClr>
          </a:solidFill>
          <a:ln w="66675" cap="rnd">
            <a:solidFill>
              <a:schemeClr val="accent6">
                <a:lumMod val="75000"/>
              </a:schemeClr>
            </a:solidFill>
            <a:prstDash val="solid"/>
            <a:round/>
          </a:ln>
        </p:spPr>
        <p:txBody>
          <a:bodyPr/>
          <a:lstStyle/>
          <a:p>
            <a:endParaRPr lang="en-PH" dirty="0"/>
          </a:p>
        </p:txBody>
      </p:sp>
      <p:sp>
        <p:nvSpPr>
          <p:cNvPr id="9" name="TextBox 18">
            <a:extLst>
              <a:ext uri="{FF2B5EF4-FFF2-40B4-BE49-F238E27FC236}">
                <a16:creationId xmlns:a16="http://schemas.microsoft.com/office/drawing/2014/main" id="{DAF33049-3D24-7F1A-FAC6-D8CB162CFAAA}"/>
              </a:ext>
            </a:extLst>
          </p:cNvPr>
          <p:cNvSpPr txBox="1"/>
          <p:nvPr/>
        </p:nvSpPr>
        <p:spPr>
          <a:xfrm>
            <a:off x="533400" y="647700"/>
            <a:ext cx="8610599" cy="609600"/>
          </a:xfrm>
          <a:prstGeom prst="rect">
            <a:avLst/>
          </a:prstGeom>
          <a:solidFill>
            <a:srgbClr val="FFC000"/>
          </a:solidFill>
          <a:ln>
            <a:solidFill>
              <a:srgbClr val="FFC000"/>
            </a:solidFill>
          </a:ln>
        </p:spPr>
        <p:txBody>
          <a:bodyPr lIns="50800" tIns="50800" rIns="50800" bIns="50800" rtlCol="0" anchor="ctr"/>
          <a:lstStyle/>
          <a:p>
            <a:pPr algn="ctr"/>
            <a:r>
              <a:rPr lang="en-US" sz="3600" b="1" dirty="0">
                <a:latin typeface="Arial" panose="020B0604020202020204" pitchFamily="34" charset="0"/>
                <a:ea typeface="Calibri" panose="020F0502020204030204" pitchFamily="34" charset="0"/>
                <a:cs typeface="Arial" panose="020B0604020202020204" pitchFamily="34" charset="0"/>
              </a:rPr>
              <a:t>MOTIVATION</a:t>
            </a:r>
            <a:endParaRPr lang="en-US" sz="8800"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C0AC7A43-671E-58C4-79ED-74C714C68EC6}"/>
              </a:ext>
            </a:extLst>
          </p:cNvPr>
          <p:cNvSpPr txBox="1"/>
          <p:nvPr/>
        </p:nvSpPr>
        <p:spPr>
          <a:xfrm>
            <a:off x="301765" y="1799598"/>
            <a:ext cx="9550289" cy="7531549"/>
          </a:xfrm>
          <a:prstGeom prst="rect">
            <a:avLst/>
          </a:prstGeom>
          <a:noFill/>
        </p:spPr>
        <p:txBody>
          <a:bodyPr wrap="square">
            <a:spAutoFit/>
          </a:bodyPr>
          <a:lstStyle/>
          <a:p>
            <a:pPr algn="just">
              <a:lnSpc>
                <a:spcPct val="107000"/>
              </a:lnSpc>
              <a:spcAft>
                <a:spcPts val="800"/>
              </a:spcAft>
            </a:pPr>
            <a:r>
              <a:rPr lang="en-US" sz="3200" kern="100" dirty="0">
                <a:effectLst/>
                <a:latin typeface="Arial" panose="020B0604020202020204" pitchFamily="34" charset="0"/>
                <a:ea typeface="Calibri" panose="020F0502020204030204" pitchFamily="34" charset="0"/>
                <a:cs typeface="Times New Roman" panose="02020603050405020304" pitchFamily="18" charset="0"/>
              </a:rPr>
              <a:t>Motivation tends to get influenced by the following factors:</a:t>
            </a:r>
          </a:p>
          <a:p>
            <a:pPr algn="just">
              <a:lnSpc>
                <a:spcPct val="107000"/>
              </a:lnSpc>
              <a:spcAft>
                <a:spcPts val="800"/>
              </a:spcAft>
            </a:pPr>
            <a:endParaRPr lang="en-US" sz="3200" kern="100" dirty="0">
              <a:effectLst/>
              <a:latin typeface="Arial" panose="020B060402020202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3200" b="1" kern="100" dirty="0">
                <a:effectLst/>
                <a:latin typeface="Arial" panose="020B0604020202020204" pitchFamily="34" charset="0"/>
                <a:ea typeface="Calibri" panose="020F0502020204030204" pitchFamily="34" charset="0"/>
                <a:cs typeface="Times New Roman" panose="02020603050405020304" pitchFamily="18" charset="0"/>
              </a:rPr>
              <a:t>	Personal Relevance. </a:t>
            </a:r>
            <a:r>
              <a:rPr lang="en-US" sz="3200" kern="100" dirty="0">
                <a:effectLst/>
                <a:latin typeface="Arial" panose="020B0604020202020204" pitchFamily="34" charset="0"/>
                <a:ea typeface="Calibri" panose="020F0502020204030204" pitchFamily="34" charset="0"/>
                <a:cs typeface="Times New Roman" panose="02020603050405020304" pitchFamily="18" charset="0"/>
              </a:rPr>
              <a:t>Something that has a direct bearing on the self and has potentially significant consequences or implications for our lives.</a:t>
            </a:r>
          </a:p>
          <a:p>
            <a:pPr algn="just">
              <a:lnSpc>
                <a:spcPct val="107000"/>
              </a:lnSpc>
              <a:spcAft>
                <a:spcPts val="800"/>
              </a:spcAft>
            </a:pPr>
            <a:endParaRPr lang="en-US" sz="3200" kern="100" dirty="0">
              <a:effectLst/>
              <a:latin typeface="Arial" panose="020B060402020202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3200" b="1" kern="100" dirty="0">
                <a:latin typeface="Arial" panose="020B0604020202020204" pitchFamily="34" charset="0"/>
                <a:ea typeface="Calibri" panose="020F0502020204030204" pitchFamily="34" charset="0"/>
                <a:cs typeface="Times New Roman" panose="02020603050405020304" pitchFamily="18" charset="0"/>
              </a:rPr>
              <a:t>	</a:t>
            </a:r>
            <a:r>
              <a:rPr lang="en-US" sz="3200" b="1" kern="100" dirty="0">
                <a:effectLst/>
                <a:latin typeface="Arial" panose="020B0604020202020204" pitchFamily="34" charset="0"/>
                <a:ea typeface="Calibri" panose="020F0502020204030204" pitchFamily="34" charset="0"/>
                <a:cs typeface="Times New Roman" panose="02020603050405020304" pitchFamily="18" charset="0"/>
              </a:rPr>
              <a:t>Self-Concept. Our</a:t>
            </a:r>
            <a:r>
              <a:rPr lang="en-US" sz="3200" kern="100" dirty="0">
                <a:effectLst/>
                <a:latin typeface="Arial" panose="020B0604020202020204" pitchFamily="34" charset="0"/>
                <a:ea typeface="Calibri" panose="020F0502020204030204" pitchFamily="34" charset="0"/>
                <a:cs typeface="Times New Roman" panose="02020603050405020304" pitchFamily="18" charset="0"/>
              </a:rPr>
              <a:t> mental view of who we are, helps us define ourselves.</a:t>
            </a:r>
          </a:p>
          <a:p>
            <a:pPr algn="just">
              <a:lnSpc>
                <a:spcPct val="107000"/>
              </a:lnSpc>
              <a:spcAft>
                <a:spcPts val="800"/>
              </a:spcAft>
            </a:pPr>
            <a:endParaRPr lang="en-US" sz="3200" kern="100" dirty="0">
              <a:effectLst/>
              <a:latin typeface="Arial" panose="020B060402020202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3200" b="1" kern="100" dirty="0">
                <a:effectLst/>
                <a:latin typeface="Arial" panose="020B0604020202020204" pitchFamily="34" charset="0"/>
                <a:ea typeface="Calibri" panose="020F0502020204030204" pitchFamily="34" charset="0"/>
                <a:cs typeface="Times New Roman" panose="02020603050405020304" pitchFamily="18" charset="0"/>
              </a:rPr>
              <a:t>	Values</a:t>
            </a:r>
            <a:r>
              <a:rPr lang="en-US" sz="3200" b="1" kern="100" dirty="0">
                <a:latin typeface="Arial" panose="020B0604020202020204" pitchFamily="34" charset="0"/>
                <a:ea typeface="Calibri" panose="020F0502020204030204" pitchFamily="34" charset="0"/>
                <a:cs typeface="Times New Roman" panose="02020603050405020304" pitchFamily="18" charset="0"/>
              </a:rPr>
              <a:t>. </a:t>
            </a:r>
            <a:r>
              <a:rPr lang="en-US" sz="3200" kern="100" dirty="0">
                <a:effectLst/>
                <a:latin typeface="Arial" panose="020B0604020202020204" pitchFamily="34" charset="0"/>
                <a:ea typeface="Calibri" panose="020F0502020204030204" pitchFamily="34" charset="0"/>
                <a:cs typeface="Times New Roman" panose="02020603050405020304" pitchFamily="18" charset="0"/>
              </a:rPr>
              <a:t>Abstract, enduring beliefs about what is right/wrong, important, or good/bad.</a:t>
            </a:r>
            <a:endParaRPr lang="en-PH" sz="32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0" name="Picture 9">
            <a:extLst>
              <a:ext uri="{FF2B5EF4-FFF2-40B4-BE49-F238E27FC236}">
                <a16:creationId xmlns:a16="http://schemas.microsoft.com/office/drawing/2014/main" id="{B6B96EFB-6D96-CE58-3231-3E1699864E59}"/>
              </a:ext>
            </a:extLst>
          </p:cNvPr>
          <p:cNvPicPr>
            <a:picLocks noChangeAspect="1"/>
          </p:cNvPicPr>
          <p:nvPr/>
        </p:nvPicPr>
        <p:blipFill>
          <a:blip r:embed="rId7"/>
          <a:stretch>
            <a:fillRect/>
          </a:stretch>
        </p:blipFill>
        <p:spPr>
          <a:xfrm>
            <a:off x="11368950" y="2450177"/>
            <a:ext cx="5557262" cy="5386645"/>
          </a:xfrm>
          <a:prstGeom prst="rect">
            <a:avLst/>
          </a:prstGeom>
        </p:spPr>
      </p:pic>
    </p:spTree>
    <p:extLst>
      <p:ext uri="{BB962C8B-B14F-4D97-AF65-F5344CB8AC3E}">
        <p14:creationId xmlns:p14="http://schemas.microsoft.com/office/powerpoint/2010/main" val="17984939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B3DAAF-85FD-B16F-1616-C1620051031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7294894-F840-61CE-8CB0-A59232078662}"/>
              </a:ext>
            </a:extLst>
          </p:cNvPr>
          <p:cNvSpPr/>
          <p:nvPr/>
        </p:nvSpPr>
        <p:spPr>
          <a:xfrm>
            <a:off x="0" y="-11061"/>
            <a:ext cx="6096000" cy="114300"/>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Rectangle 2">
            <a:extLst>
              <a:ext uri="{FF2B5EF4-FFF2-40B4-BE49-F238E27FC236}">
                <a16:creationId xmlns:a16="http://schemas.microsoft.com/office/drawing/2014/main" id="{53974918-A19F-5134-659D-DEE4CA3F0137}"/>
              </a:ext>
            </a:extLst>
          </p:cNvPr>
          <p:cNvSpPr/>
          <p:nvPr/>
        </p:nvSpPr>
        <p:spPr>
          <a:xfrm>
            <a:off x="6248400" y="0"/>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 name="Rectangle 3">
            <a:extLst>
              <a:ext uri="{FF2B5EF4-FFF2-40B4-BE49-F238E27FC236}">
                <a16:creationId xmlns:a16="http://schemas.microsoft.com/office/drawing/2014/main" id="{2FAB820E-5A5D-DED1-075B-013E46258E34}"/>
              </a:ext>
            </a:extLst>
          </p:cNvPr>
          <p:cNvSpPr/>
          <p:nvPr/>
        </p:nvSpPr>
        <p:spPr>
          <a:xfrm>
            <a:off x="12344400" y="0"/>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 name="Rectangle 4">
            <a:extLst>
              <a:ext uri="{FF2B5EF4-FFF2-40B4-BE49-F238E27FC236}">
                <a16:creationId xmlns:a16="http://schemas.microsoft.com/office/drawing/2014/main" id="{F9B2A62C-DFE9-550F-A00C-CAA4445FBFAF}"/>
              </a:ext>
            </a:extLst>
          </p:cNvPr>
          <p:cNvSpPr/>
          <p:nvPr/>
        </p:nvSpPr>
        <p:spPr>
          <a:xfrm>
            <a:off x="0" y="10154265"/>
            <a:ext cx="6096000" cy="114300"/>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6" name="Rectangle 5">
            <a:extLst>
              <a:ext uri="{FF2B5EF4-FFF2-40B4-BE49-F238E27FC236}">
                <a16:creationId xmlns:a16="http://schemas.microsoft.com/office/drawing/2014/main" id="{D9EBFC23-5092-6BEF-DAA0-9A82E60751A6}"/>
              </a:ext>
            </a:extLst>
          </p:cNvPr>
          <p:cNvSpPr/>
          <p:nvPr/>
        </p:nvSpPr>
        <p:spPr>
          <a:xfrm>
            <a:off x="6248400" y="10165326"/>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 name="Rectangle 6">
            <a:extLst>
              <a:ext uri="{FF2B5EF4-FFF2-40B4-BE49-F238E27FC236}">
                <a16:creationId xmlns:a16="http://schemas.microsoft.com/office/drawing/2014/main" id="{46E60435-7B86-4E21-F782-610E2D07AC10}"/>
              </a:ext>
            </a:extLst>
          </p:cNvPr>
          <p:cNvSpPr/>
          <p:nvPr/>
        </p:nvSpPr>
        <p:spPr>
          <a:xfrm>
            <a:off x="12344400" y="10165326"/>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nvGrpSpPr>
          <p:cNvPr id="14" name="Group 30">
            <a:extLst>
              <a:ext uri="{FF2B5EF4-FFF2-40B4-BE49-F238E27FC236}">
                <a16:creationId xmlns:a16="http://schemas.microsoft.com/office/drawing/2014/main" id="{535E1534-C4F3-F618-18AF-6A77EAC71CBA}"/>
              </a:ext>
            </a:extLst>
          </p:cNvPr>
          <p:cNvGrpSpPr/>
          <p:nvPr/>
        </p:nvGrpSpPr>
        <p:grpSpPr>
          <a:xfrm>
            <a:off x="-172611" y="9338569"/>
            <a:ext cx="3930275" cy="891767"/>
            <a:chOff x="0" y="0"/>
            <a:chExt cx="5240366" cy="1189023"/>
          </a:xfrm>
        </p:grpSpPr>
        <p:sp>
          <p:nvSpPr>
            <p:cNvPr id="15" name="Freeform 31">
              <a:extLst>
                <a:ext uri="{FF2B5EF4-FFF2-40B4-BE49-F238E27FC236}">
                  <a16:creationId xmlns:a16="http://schemas.microsoft.com/office/drawing/2014/main" id="{919E348C-4B98-1AD4-CE4E-85BE7086B2E3}"/>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16" name="Freeform 32">
              <a:extLst>
                <a:ext uri="{FF2B5EF4-FFF2-40B4-BE49-F238E27FC236}">
                  <a16:creationId xmlns:a16="http://schemas.microsoft.com/office/drawing/2014/main" id="{53AD3B76-F782-BA0F-3694-F988C1C0FEE8}"/>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17" name="Freeform 33">
              <a:extLst>
                <a:ext uri="{FF2B5EF4-FFF2-40B4-BE49-F238E27FC236}">
                  <a16:creationId xmlns:a16="http://schemas.microsoft.com/office/drawing/2014/main" id="{F159898B-CD3F-79D4-C6E2-9277535467E3}"/>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18" name="Freeform 34">
              <a:extLst>
                <a:ext uri="{FF2B5EF4-FFF2-40B4-BE49-F238E27FC236}">
                  <a16:creationId xmlns:a16="http://schemas.microsoft.com/office/drawing/2014/main" id="{C42A4327-807A-4212-A800-3AE21652035B}"/>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grpSp>
        <p:nvGrpSpPr>
          <p:cNvPr id="19" name="Group 30">
            <a:extLst>
              <a:ext uri="{FF2B5EF4-FFF2-40B4-BE49-F238E27FC236}">
                <a16:creationId xmlns:a16="http://schemas.microsoft.com/office/drawing/2014/main" id="{3FA24EF2-DEC7-C0F5-5773-07B49707BDAE}"/>
              </a:ext>
            </a:extLst>
          </p:cNvPr>
          <p:cNvGrpSpPr/>
          <p:nvPr/>
        </p:nvGrpSpPr>
        <p:grpSpPr>
          <a:xfrm>
            <a:off x="3597937" y="9326382"/>
            <a:ext cx="3930275" cy="891767"/>
            <a:chOff x="0" y="0"/>
            <a:chExt cx="5240366" cy="1189023"/>
          </a:xfrm>
        </p:grpSpPr>
        <p:sp>
          <p:nvSpPr>
            <p:cNvPr id="20" name="Freeform 31">
              <a:extLst>
                <a:ext uri="{FF2B5EF4-FFF2-40B4-BE49-F238E27FC236}">
                  <a16:creationId xmlns:a16="http://schemas.microsoft.com/office/drawing/2014/main" id="{72E82211-6032-5B2E-29D6-48A57A94FBB0}"/>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21" name="Freeform 32">
              <a:extLst>
                <a:ext uri="{FF2B5EF4-FFF2-40B4-BE49-F238E27FC236}">
                  <a16:creationId xmlns:a16="http://schemas.microsoft.com/office/drawing/2014/main" id="{9FD3F603-94B3-9D90-784C-6E365AFC8942}"/>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22" name="Freeform 33">
              <a:extLst>
                <a:ext uri="{FF2B5EF4-FFF2-40B4-BE49-F238E27FC236}">
                  <a16:creationId xmlns:a16="http://schemas.microsoft.com/office/drawing/2014/main" id="{DEF86D03-6D40-434C-9F1C-35187A6C93D1}"/>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23" name="Freeform 34">
              <a:extLst>
                <a:ext uri="{FF2B5EF4-FFF2-40B4-BE49-F238E27FC236}">
                  <a16:creationId xmlns:a16="http://schemas.microsoft.com/office/drawing/2014/main" id="{A3BD6C1C-6A08-D219-426F-8F62BC104B8B}"/>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grpSp>
        <p:nvGrpSpPr>
          <p:cNvPr id="24" name="Group 30">
            <a:extLst>
              <a:ext uri="{FF2B5EF4-FFF2-40B4-BE49-F238E27FC236}">
                <a16:creationId xmlns:a16="http://schemas.microsoft.com/office/drawing/2014/main" id="{4374338B-A4F5-76BF-F3D9-3B5D1C7A4F53}"/>
              </a:ext>
            </a:extLst>
          </p:cNvPr>
          <p:cNvGrpSpPr/>
          <p:nvPr/>
        </p:nvGrpSpPr>
        <p:grpSpPr>
          <a:xfrm>
            <a:off x="7418962" y="9257303"/>
            <a:ext cx="3930275" cy="891767"/>
            <a:chOff x="0" y="0"/>
            <a:chExt cx="5240366" cy="1189023"/>
          </a:xfrm>
        </p:grpSpPr>
        <p:sp>
          <p:nvSpPr>
            <p:cNvPr id="25" name="Freeform 31">
              <a:extLst>
                <a:ext uri="{FF2B5EF4-FFF2-40B4-BE49-F238E27FC236}">
                  <a16:creationId xmlns:a16="http://schemas.microsoft.com/office/drawing/2014/main" id="{1DB5C669-75AA-8529-2C09-C4A564F946EF}"/>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26" name="Freeform 32">
              <a:extLst>
                <a:ext uri="{FF2B5EF4-FFF2-40B4-BE49-F238E27FC236}">
                  <a16:creationId xmlns:a16="http://schemas.microsoft.com/office/drawing/2014/main" id="{04AA727A-2880-0942-ACB4-6DAE36B228FF}"/>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27" name="Freeform 33">
              <a:extLst>
                <a:ext uri="{FF2B5EF4-FFF2-40B4-BE49-F238E27FC236}">
                  <a16:creationId xmlns:a16="http://schemas.microsoft.com/office/drawing/2014/main" id="{0948C42E-DBD3-73C3-B8D7-B02AD3A51D38}"/>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28" name="Freeform 34">
              <a:extLst>
                <a:ext uri="{FF2B5EF4-FFF2-40B4-BE49-F238E27FC236}">
                  <a16:creationId xmlns:a16="http://schemas.microsoft.com/office/drawing/2014/main" id="{9943D230-ED43-ACFD-45CE-5421E656E98A}"/>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grpSp>
        <p:nvGrpSpPr>
          <p:cNvPr id="29" name="Group 30">
            <a:extLst>
              <a:ext uri="{FF2B5EF4-FFF2-40B4-BE49-F238E27FC236}">
                <a16:creationId xmlns:a16="http://schemas.microsoft.com/office/drawing/2014/main" id="{6FCE5714-D7FE-0476-DD31-B4A6DD559798}"/>
              </a:ext>
            </a:extLst>
          </p:cNvPr>
          <p:cNvGrpSpPr/>
          <p:nvPr/>
        </p:nvGrpSpPr>
        <p:grpSpPr>
          <a:xfrm>
            <a:off x="11189510" y="9264956"/>
            <a:ext cx="3930275" cy="891767"/>
            <a:chOff x="0" y="0"/>
            <a:chExt cx="5240366" cy="1189023"/>
          </a:xfrm>
        </p:grpSpPr>
        <p:sp>
          <p:nvSpPr>
            <p:cNvPr id="30" name="Freeform 31">
              <a:extLst>
                <a:ext uri="{FF2B5EF4-FFF2-40B4-BE49-F238E27FC236}">
                  <a16:creationId xmlns:a16="http://schemas.microsoft.com/office/drawing/2014/main" id="{BC0CC0FF-264E-4D0A-704F-9AAD75058950}"/>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31" name="Freeform 32">
              <a:extLst>
                <a:ext uri="{FF2B5EF4-FFF2-40B4-BE49-F238E27FC236}">
                  <a16:creationId xmlns:a16="http://schemas.microsoft.com/office/drawing/2014/main" id="{D21426CA-9410-BFCB-872F-003F17C6F45C}"/>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32" name="Freeform 33">
              <a:extLst>
                <a:ext uri="{FF2B5EF4-FFF2-40B4-BE49-F238E27FC236}">
                  <a16:creationId xmlns:a16="http://schemas.microsoft.com/office/drawing/2014/main" id="{107A53AC-ABDC-1EB6-EF95-C11CC92C6637}"/>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33" name="Freeform 34">
              <a:extLst>
                <a:ext uri="{FF2B5EF4-FFF2-40B4-BE49-F238E27FC236}">
                  <a16:creationId xmlns:a16="http://schemas.microsoft.com/office/drawing/2014/main" id="{8FED01C8-4715-760A-CAE6-7B58FEDF083B}"/>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grpSp>
        <p:nvGrpSpPr>
          <p:cNvPr id="34" name="Group 30">
            <a:extLst>
              <a:ext uri="{FF2B5EF4-FFF2-40B4-BE49-F238E27FC236}">
                <a16:creationId xmlns:a16="http://schemas.microsoft.com/office/drawing/2014/main" id="{B8B74D1D-4F30-E192-0664-E50CEFD714EF}"/>
              </a:ext>
            </a:extLst>
          </p:cNvPr>
          <p:cNvGrpSpPr/>
          <p:nvPr/>
        </p:nvGrpSpPr>
        <p:grpSpPr>
          <a:xfrm>
            <a:off x="14849554" y="9299398"/>
            <a:ext cx="3930275" cy="891767"/>
            <a:chOff x="0" y="0"/>
            <a:chExt cx="5240366" cy="1189023"/>
          </a:xfrm>
        </p:grpSpPr>
        <p:sp>
          <p:nvSpPr>
            <p:cNvPr id="35" name="Freeform 31">
              <a:extLst>
                <a:ext uri="{FF2B5EF4-FFF2-40B4-BE49-F238E27FC236}">
                  <a16:creationId xmlns:a16="http://schemas.microsoft.com/office/drawing/2014/main" id="{48FFCCB5-7D43-40D9-0B17-7C777826A07B}"/>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36" name="Freeform 32">
              <a:extLst>
                <a:ext uri="{FF2B5EF4-FFF2-40B4-BE49-F238E27FC236}">
                  <a16:creationId xmlns:a16="http://schemas.microsoft.com/office/drawing/2014/main" id="{FFE1A940-4D77-AF3D-16C7-85976CD9203D}"/>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37" name="Freeform 33">
              <a:extLst>
                <a:ext uri="{FF2B5EF4-FFF2-40B4-BE49-F238E27FC236}">
                  <a16:creationId xmlns:a16="http://schemas.microsoft.com/office/drawing/2014/main" id="{3BA321E0-968E-1788-6250-28CDAA259F82}"/>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38" name="Freeform 34">
              <a:extLst>
                <a:ext uri="{FF2B5EF4-FFF2-40B4-BE49-F238E27FC236}">
                  <a16:creationId xmlns:a16="http://schemas.microsoft.com/office/drawing/2014/main" id="{791A9D67-AD7F-0881-73B3-59A591C32CA4}"/>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sp>
        <p:nvSpPr>
          <p:cNvPr id="8" name="Freeform 17">
            <a:extLst>
              <a:ext uri="{FF2B5EF4-FFF2-40B4-BE49-F238E27FC236}">
                <a16:creationId xmlns:a16="http://schemas.microsoft.com/office/drawing/2014/main" id="{68726DDC-FBB1-304A-F423-A4DE3D35BB3E}"/>
              </a:ext>
            </a:extLst>
          </p:cNvPr>
          <p:cNvSpPr/>
          <p:nvPr/>
        </p:nvSpPr>
        <p:spPr>
          <a:xfrm>
            <a:off x="326130" y="521285"/>
            <a:ext cx="9122670" cy="891767"/>
          </a:xfrm>
          <a:custGeom>
            <a:avLst/>
            <a:gdLst/>
            <a:ahLst/>
            <a:cxnLst/>
            <a:rect l="l" t="t" r="r" b="b"/>
            <a:pathLst>
              <a:path w="3432585" h="571910">
                <a:moveTo>
                  <a:pt x="30295" y="0"/>
                </a:moveTo>
                <a:lnTo>
                  <a:pt x="3402290" y="0"/>
                </a:lnTo>
                <a:cubicBezTo>
                  <a:pt x="3410325" y="0"/>
                  <a:pt x="3418031" y="3192"/>
                  <a:pt x="3423712" y="8873"/>
                </a:cubicBezTo>
                <a:cubicBezTo>
                  <a:pt x="3429393" y="14555"/>
                  <a:pt x="3432585" y="22260"/>
                  <a:pt x="3432585" y="30295"/>
                </a:cubicBezTo>
                <a:lnTo>
                  <a:pt x="3432585" y="541615"/>
                </a:lnTo>
                <a:cubicBezTo>
                  <a:pt x="3432585" y="558347"/>
                  <a:pt x="3419022" y="571910"/>
                  <a:pt x="3402290" y="571910"/>
                </a:cubicBezTo>
                <a:lnTo>
                  <a:pt x="30295" y="571910"/>
                </a:lnTo>
                <a:cubicBezTo>
                  <a:pt x="22260" y="571910"/>
                  <a:pt x="14555" y="568719"/>
                  <a:pt x="8873" y="563037"/>
                </a:cubicBezTo>
                <a:cubicBezTo>
                  <a:pt x="3192" y="557356"/>
                  <a:pt x="0" y="549650"/>
                  <a:pt x="0" y="541615"/>
                </a:cubicBezTo>
                <a:lnTo>
                  <a:pt x="0" y="30295"/>
                </a:lnTo>
                <a:cubicBezTo>
                  <a:pt x="0" y="22260"/>
                  <a:pt x="3192" y="14555"/>
                  <a:pt x="8873" y="8873"/>
                </a:cubicBezTo>
                <a:cubicBezTo>
                  <a:pt x="14555" y="3192"/>
                  <a:pt x="22260" y="0"/>
                  <a:pt x="30295" y="0"/>
                </a:cubicBezTo>
                <a:close/>
              </a:path>
            </a:pathLst>
          </a:custGeom>
          <a:solidFill>
            <a:schemeClr val="accent6">
              <a:lumMod val="75000"/>
            </a:schemeClr>
          </a:solidFill>
          <a:ln w="66675" cap="rnd">
            <a:solidFill>
              <a:schemeClr val="accent6">
                <a:lumMod val="75000"/>
              </a:schemeClr>
            </a:solidFill>
            <a:prstDash val="solid"/>
            <a:round/>
          </a:ln>
        </p:spPr>
        <p:txBody>
          <a:bodyPr/>
          <a:lstStyle/>
          <a:p>
            <a:endParaRPr lang="en-PH" dirty="0"/>
          </a:p>
        </p:txBody>
      </p:sp>
      <p:sp>
        <p:nvSpPr>
          <p:cNvPr id="9" name="TextBox 18">
            <a:extLst>
              <a:ext uri="{FF2B5EF4-FFF2-40B4-BE49-F238E27FC236}">
                <a16:creationId xmlns:a16="http://schemas.microsoft.com/office/drawing/2014/main" id="{802700C2-9AE2-F8BB-ABF1-B2BC23E23F3B}"/>
              </a:ext>
            </a:extLst>
          </p:cNvPr>
          <p:cNvSpPr txBox="1"/>
          <p:nvPr/>
        </p:nvSpPr>
        <p:spPr>
          <a:xfrm>
            <a:off x="533400" y="647700"/>
            <a:ext cx="8610599" cy="609600"/>
          </a:xfrm>
          <a:prstGeom prst="rect">
            <a:avLst/>
          </a:prstGeom>
          <a:solidFill>
            <a:srgbClr val="FFC000"/>
          </a:solidFill>
          <a:ln>
            <a:solidFill>
              <a:srgbClr val="FFC000"/>
            </a:solidFill>
          </a:ln>
        </p:spPr>
        <p:txBody>
          <a:bodyPr lIns="50800" tIns="50800" rIns="50800" bIns="50800" rtlCol="0" anchor="ctr"/>
          <a:lstStyle/>
          <a:p>
            <a:pPr algn="ctr"/>
            <a:r>
              <a:rPr lang="en-US" sz="3600" b="1" dirty="0">
                <a:latin typeface="Arial" panose="020B0604020202020204" pitchFamily="34" charset="0"/>
                <a:ea typeface="Calibri" panose="020F0502020204030204" pitchFamily="34" charset="0"/>
                <a:cs typeface="Arial" panose="020B0604020202020204" pitchFamily="34" charset="0"/>
              </a:rPr>
              <a:t>MOTIVATION</a:t>
            </a:r>
            <a:endParaRPr lang="en-US" sz="8800"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237B5DC8-E58D-7E1B-5BBF-A3E06C25D5D0}"/>
              </a:ext>
            </a:extLst>
          </p:cNvPr>
          <p:cNvSpPr txBox="1"/>
          <p:nvPr/>
        </p:nvSpPr>
        <p:spPr>
          <a:xfrm>
            <a:off x="1062038" y="3713777"/>
            <a:ext cx="7650854" cy="2173544"/>
          </a:xfrm>
          <a:prstGeom prst="rect">
            <a:avLst/>
          </a:prstGeom>
          <a:noFill/>
        </p:spPr>
        <p:txBody>
          <a:bodyPr wrap="square">
            <a:spAutoFit/>
          </a:bodyPr>
          <a:lstStyle/>
          <a:p>
            <a:pPr algn="just">
              <a:lnSpc>
                <a:spcPct val="107000"/>
              </a:lnSpc>
              <a:spcAft>
                <a:spcPts val="800"/>
              </a:spcAft>
            </a:pPr>
            <a:r>
              <a:rPr lang="en-US" sz="3200" b="1" kern="100" dirty="0">
                <a:effectLst/>
                <a:latin typeface="Arial" panose="020B0604020202020204" pitchFamily="34" charset="0"/>
                <a:ea typeface="Calibri" panose="020F0502020204030204" pitchFamily="34" charset="0"/>
                <a:cs typeface="Times New Roman" panose="02020603050405020304" pitchFamily="18" charset="0"/>
              </a:rPr>
              <a:t>	Needs </a:t>
            </a:r>
            <a:r>
              <a:rPr lang="en-US" sz="3200" kern="100" dirty="0">
                <a:effectLst/>
                <a:latin typeface="Arial" panose="020B0604020202020204" pitchFamily="34" charset="0"/>
                <a:ea typeface="Calibri" panose="020F0502020204030204" pitchFamily="34" charset="0"/>
                <a:cs typeface="Times New Roman" panose="02020603050405020304" pitchFamily="18" charset="0"/>
              </a:rPr>
              <a:t>is an internal state of tension experienced when there is a discrepancy between the current and an ideal or desired physical or psychological state.</a:t>
            </a:r>
            <a:endParaRPr lang="en-PH" sz="32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2" name="TextBox 11">
            <a:extLst>
              <a:ext uri="{FF2B5EF4-FFF2-40B4-BE49-F238E27FC236}">
                <a16:creationId xmlns:a16="http://schemas.microsoft.com/office/drawing/2014/main" id="{4E9A4038-233E-0C08-7BBE-FFDF7E6CDAF3}"/>
              </a:ext>
            </a:extLst>
          </p:cNvPr>
          <p:cNvSpPr txBox="1"/>
          <p:nvPr/>
        </p:nvSpPr>
        <p:spPr>
          <a:xfrm>
            <a:off x="11396604" y="2512010"/>
            <a:ext cx="5368445" cy="5262979"/>
          </a:xfrm>
          <a:prstGeom prst="rect">
            <a:avLst/>
          </a:prstGeom>
          <a:noFill/>
        </p:spPr>
        <p:txBody>
          <a:bodyPr wrap="square">
            <a:spAutoFit/>
          </a:bodyPr>
          <a:lstStyle/>
          <a:p>
            <a:pPr algn="ctr"/>
            <a:r>
              <a:rPr lang="en-US" sz="2800" b="1" dirty="0"/>
              <a:t>Types of needs</a:t>
            </a:r>
          </a:p>
          <a:p>
            <a:pPr algn="ctr"/>
            <a:endParaRPr lang="en-US" sz="2800" b="1" dirty="0"/>
          </a:p>
          <a:p>
            <a:pPr marL="514350" indent="-514350" algn="just">
              <a:buAutoNum type="arabicPeriod"/>
            </a:pPr>
            <a:r>
              <a:rPr lang="en-US" sz="2800" b="1" dirty="0"/>
              <a:t>Functional Needs </a:t>
            </a:r>
            <a:r>
              <a:rPr lang="en-US" sz="2800" dirty="0"/>
              <a:t>- reflect either our needs socially or personal for the sake of consumption.</a:t>
            </a:r>
          </a:p>
          <a:p>
            <a:pPr marL="514350" indent="-514350" algn="just">
              <a:buAutoNum type="arabicPeriod"/>
            </a:pPr>
            <a:r>
              <a:rPr lang="en-US" sz="2800" b="1" dirty="0"/>
              <a:t>Symbolic Needs - </a:t>
            </a:r>
            <a:r>
              <a:rPr lang="en-US" sz="2800" dirty="0"/>
              <a:t>reflect on how we perceive ourselves and the others perceive us.</a:t>
            </a:r>
          </a:p>
          <a:p>
            <a:pPr marL="514350" indent="-514350" algn="just">
              <a:buAutoNum type="arabicPeriod"/>
            </a:pPr>
            <a:r>
              <a:rPr lang="en-US" sz="2800" b="1" dirty="0"/>
              <a:t>Hedonic Needs - </a:t>
            </a:r>
            <a:r>
              <a:rPr lang="en-US" sz="2800" dirty="0"/>
              <a:t>reflect our inherent desires for sensory pleasure</a:t>
            </a:r>
            <a:endParaRPr lang="en-PH" sz="2800" dirty="0"/>
          </a:p>
        </p:txBody>
      </p:sp>
      <p:pic>
        <p:nvPicPr>
          <p:cNvPr id="10" name="Picture 9">
            <a:extLst>
              <a:ext uri="{FF2B5EF4-FFF2-40B4-BE49-F238E27FC236}">
                <a16:creationId xmlns:a16="http://schemas.microsoft.com/office/drawing/2014/main" id="{A81A71DC-A045-2B69-AAB0-942A5C19976C}"/>
              </a:ext>
            </a:extLst>
          </p:cNvPr>
          <p:cNvPicPr>
            <a:picLocks noChangeAspect="1"/>
          </p:cNvPicPr>
          <p:nvPr/>
        </p:nvPicPr>
        <p:blipFill>
          <a:blip r:embed="rId7"/>
          <a:stretch>
            <a:fillRect/>
          </a:stretch>
        </p:blipFill>
        <p:spPr>
          <a:xfrm>
            <a:off x="2359427" y="6544614"/>
            <a:ext cx="5059535" cy="2513857"/>
          </a:xfrm>
          <a:prstGeom prst="rect">
            <a:avLst/>
          </a:prstGeom>
        </p:spPr>
      </p:pic>
    </p:spTree>
    <p:extLst>
      <p:ext uri="{BB962C8B-B14F-4D97-AF65-F5344CB8AC3E}">
        <p14:creationId xmlns:p14="http://schemas.microsoft.com/office/powerpoint/2010/main" val="16029161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5C0E5-8FD0-6234-B7C3-6E2D56D6930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1D1EE5E-7EC8-CABA-13E0-D952A00CE5D8}"/>
              </a:ext>
            </a:extLst>
          </p:cNvPr>
          <p:cNvSpPr/>
          <p:nvPr/>
        </p:nvSpPr>
        <p:spPr>
          <a:xfrm>
            <a:off x="0" y="-11061"/>
            <a:ext cx="6096000" cy="114300"/>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Rectangle 2">
            <a:extLst>
              <a:ext uri="{FF2B5EF4-FFF2-40B4-BE49-F238E27FC236}">
                <a16:creationId xmlns:a16="http://schemas.microsoft.com/office/drawing/2014/main" id="{0B2E41C4-E17E-7C44-BC8A-3450D6C0BCC3}"/>
              </a:ext>
            </a:extLst>
          </p:cNvPr>
          <p:cNvSpPr/>
          <p:nvPr/>
        </p:nvSpPr>
        <p:spPr>
          <a:xfrm>
            <a:off x="6248400" y="0"/>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 name="Rectangle 3">
            <a:extLst>
              <a:ext uri="{FF2B5EF4-FFF2-40B4-BE49-F238E27FC236}">
                <a16:creationId xmlns:a16="http://schemas.microsoft.com/office/drawing/2014/main" id="{C5A68845-E66D-A102-94B9-26A4396EBBE5}"/>
              </a:ext>
            </a:extLst>
          </p:cNvPr>
          <p:cNvSpPr/>
          <p:nvPr/>
        </p:nvSpPr>
        <p:spPr>
          <a:xfrm>
            <a:off x="12344400" y="0"/>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 name="Rectangle 4">
            <a:extLst>
              <a:ext uri="{FF2B5EF4-FFF2-40B4-BE49-F238E27FC236}">
                <a16:creationId xmlns:a16="http://schemas.microsoft.com/office/drawing/2014/main" id="{0DFF58B7-A803-3DAE-3A1C-1381D608FC1B}"/>
              </a:ext>
            </a:extLst>
          </p:cNvPr>
          <p:cNvSpPr/>
          <p:nvPr/>
        </p:nvSpPr>
        <p:spPr>
          <a:xfrm>
            <a:off x="0" y="10154265"/>
            <a:ext cx="6096000" cy="114300"/>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6" name="Rectangle 5">
            <a:extLst>
              <a:ext uri="{FF2B5EF4-FFF2-40B4-BE49-F238E27FC236}">
                <a16:creationId xmlns:a16="http://schemas.microsoft.com/office/drawing/2014/main" id="{107BA3EA-06FF-E595-10EE-DFC35EAB1805}"/>
              </a:ext>
            </a:extLst>
          </p:cNvPr>
          <p:cNvSpPr/>
          <p:nvPr/>
        </p:nvSpPr>
        <p:spPr>
          <a:xfrm>
            <a:off x="6248400" y="10165326"/>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 name="Rectangle 6">
            <a:extLst>
              <a:ext uri="{FF2B5EF4-FFF2-40B4-BE49-F238E27FC236}">
                <a16:creationId xmlns:a16="http://schemas.microsoft.com/office/drawing/2014/main" id="{3395CE33-E623-1CEA-3DBD-3520BAB8AFEA}"/>
              </a:ext>
            </a:extLst>
          </p:cNvPr>
          <p:cNvSpPr/>
          <p:nvPr/>
        </p:nvSpPr>
        <p:spPr>
          <a:xfrm>
            <a:off x="12344400" y="10165326"/>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nvGrpSpPr>
          <p:cNvPr id="14" name="Group 30">
            <a:extLst>
              <a:ext uri="{FF2B5EF4-FFF2-40B4-BE49-F238E27FC236}">
                <a16:creationId xmlns:a16="http://schemas.microsoft.com/office/drawing/2014/main" id="{64028610-7019-69C8-FE2C-7C9ED2B79A03}"/>
              </a:ext>
            </a:extLst>
          </p:cNvPr>
          <p:cNvGrpSpPr/>
          <p:nvPr/>
        </p:nvGrpSpPr>
        <p:grpSpPr>
          <a:xfrm>
            <a:off x="-172611" y="9338569"/>
            <a:ext cx="3930275" cy="891767"/>
            <a:chOff x="0" y="0"/>
            <a:chExt cx="5240366" cy="1189023"/>
          </a:xfrm>
        </p:grpSpPr>
        <p:sp>
          <p:nvSpPr>
            <p:cNvPr id="15" name="Freeform 31">
              <a:extLst>
                <a:ext uri="{FF2B5EF4-FFF2-40B4-BE49-F238E27FC236}">
                  <a16:creationId xmlns:a16="http://schemas.microsoft.com/office/drawing/2014/main" id="{CD3B13A5-9A8E-EB4C-3B56-EDFDC1EC1BE0}"/>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2"/>
              <a:stretch>
                <a:fillRect b="-39747"/>
              </a:stretch>
            </a:blipFill>
          </p:spPr>
        </p:sp>
        <p:sp>
          <p:nvSpPr>
            <p:cNvPr id="16" name="Freeform 32">
              <a:extLst>
                <a:ext uri="{FF2B5EF4-FFF2-40B4-BE49-F238E27FC236}">
                  <a16:creationId xmlns:a16="http://schemas.microsoft.com/office/drawing/2014/main" id="{A1E4797C-B2CE-CDC6-3513-854B359A2F8B}"/>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3"/>
              <a:stretch>
                <a:fillRect/>
              </a:stretch>
            </a:blipFill>
          </p:spPr>
        </p:sp>
        <p:sp>
          <p:nvSpPr>
            <p:cNvPr id="17" name="Freeform 33">
              <a:extLst>
                <a:ext uri="{FF2B5EF4-FFF2-40B4-BE49-F238E27FC236}">
                  <a16:creationId xmlns:a16="http://schemas.microsoft.com/office/drawing/2014/main" id="{0E76D48E-61A9-E529-29CF-4C204772A015}"/>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4"/>
              <a:stretch>
                <a:fillRect/>
              </a:stretch>
            </a:blipFill>
          </p:spPr>
        </p:sp>
        <p:sp>
          <p:nvSpPr>
            <p:cNvPr id="18" name="Freeform 34">
              <a:extLst>
                <a:ext uri="{FF2B5EF4-FFF2-40B4-BE49-F238E27FC236}">
                  <a16:creationId xmlns:a16="http://schemas.microsoft.com/office/drawing/2014/main" id="{8502BA1E-E753-5765-82B2-2AA58F7A96A8}"/>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5"/>
              <a:stretch>
                <a:fillRect/>
              </a:stretch>
            </a:blipFill>
          </p:spPr>
        </p:sp>
      </p:grpSp>
      <p:grpSp>
        <p:nvGrpSpPr>
          <p:cNvPr id="19" name="Group 30">
            <a:extLst>
              <a:ext uri="{FF2B5EF4-FFF2-40B4-BE49-F238E27FC236}">
                <a16:creationId xmlns:a16="http://schemas.microsoft.com/office/drawing/2014/main" id="{BC979EAD-084F-057C-A469-0B3407FE3C1E}"/>
              </a:ext>
            </a:extLst>
          </p:cNvPr>
          <p:cNvGrpSpPr/>
          <p:nvPr/>
        </p:nvGrpSpPr>
        <p:grpSpPr>
          <a:xfrm>
            <a:off x="3597937" y="9326382"/>
            <a:ext cx="3930275" cy="891767"/>
            <a:chOff x="0" y="0"/>
            <a:chExt cx="5240366" cy="1189023"/>
          </a:xfrm>
        </p:grpSpPr>
        <p:sp>
          <p:nvSpPr>
            <p:cNvPr id="20" name="Freeform 31">
              <a:extLst>
                <a:ext uri="{FF2B5EF4-FFF2-40B4-BE49-F238E27FC236}">
                  <a16:creationId xmlns:a16="http://schemas.microsoft.com/office/drawing/2014/main" id="{1D4756F3-8F55-30F0-31E3-3C243C9C4BE6}"/>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2"/>
              <a:stretch>
                <a:fillRect b="-39747"/>
              </a:stretch>
            </a:blipFill>
          </p:spPr>
        </p:sp>
        <p:sp>
          <p:nvSpPr>
            <p:cNvPr id="21" name="Freeform 32">
              <a:extLst>
                <a:ext uri="{FF2B5EF4-FFF2-40B4-BE49-F238E27FC236}">
                  <a16:creationId xmlns:a16="http://schemas.microsoft.com/office/drawing/2014/main" id="{9A01229E-CB34-81A7-D418-6D6CB3E6E5BD}"/>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3"/>
              <a:stretch>
                <a:fillRect/>
              </a:stretch>
            </a:blipFill>
          </p:spPr>
        </p:sp>
        <p:sp>
          <p:nvSpPr>
            <p:cNvPr id="22" name="Freeform 33">
              <a:extLst>
                <a:ext uri="{FF2B5EF4-FFF2-40B4-BE49-F238E27FC236}">
                  <a16:creationId xmlns:a16="http://schemas.microsoft.com/office/drawing/2014/main" id="{CCDBA4D0-10B2-6782-1824-CABD8F66DCFF}"/>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4"/>
              <a:stretch>
                <a:fillRect/>
              </a:stretch>
            </a:blipFill>
          </p:spPr>
        </p:sp>
        <p:sp>
          <p:nvSpPr>
            <p:cNvPr id="23" name="Freeform 34">
              <a:extLst>
                <a:ext uri="{FF2B5EF4-FFF2-40B4-BE49-F238E27FC236}">
                  <a16:creationId xmlns:a16="http://schemas.microsoft.com/office/drawing/2014/main" id="{52F74CBA-6E06-CB9B-041C-BC985DF82D0D}"/>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5"/>
              <a:stretch>
                <a:fillRect/>
              </a:stretch>
            </a:blipFill>
          </p:spPr>
        </p:sp>
      </p:grpSp>
      <p:grpSp>
        <p:nvGrpSpPr>
          <p:cNvPr id="24" name="Group 30">
            <a:extLst>
              <a:ext uri="{FF2B5EF4-FFF2-40B4-BE49-F238E27FC236}">
                <a16:creationId xmlns:a16="http://schemas.microsoft.com/office/drawing/2014/main" id="{D1029D8B-5C8E-3336-47D3-FC2834EF20CF}"/>
              </a:ext>
            </a:extLst>
          </p:cNvPr>
          <p:cNvGrpSpPr/>
          <p:nvPr/>
        </p:nvGrpSpPr>
        <p:grpSpPr>
          <a:xfrm>
            <a:off x="7418962" y="9257303"/>
            <a:ext cx="3930275" cy="891767"/>
            <a:chOff x="0" y="0"/>
            <a:chExt cx="5240366" cy="1189023"/>
          </a:xfrm>
        </p:grpSpPr>
        <p:sp>
          <p:nvSpPr>
            <p:cNvPr id="25" name="Freeform 31">
              <a:extLst>
                <a:ext uri="{FF2B5EF4-FFF2-40B4-BE49-F238E27FC236}">
                  <a16:creationId xmlns:a16="http://schemas.microsoft.com/office/drawing/2014/main" id="{E447EEF7-5ECE-BF20-2F8C-74CFEAFAB41D}"/>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2"/>
              <a:stretch>
                <a:fillRect b="-39747"/>
              </a:stretch>
            </a:blipFill>
          </p:spPr>
        </p:sp>
        <p:sp>
          <p:nvSpPr>
            <p:cNvPr id="26" name="Freeform 32">
              <a:extLst>
                <a:ext uri="{FF2B5EF4-FFF2-40B4-BE49-F238E27FC236}">
                  <a16:creationId xmlns:a16="http://schemas.microsoft.com/office/drawing/2014/main" id="{34B252B9-7F1C-E4E4-EA2F-7DB68ACBE4F5}"/>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3"/>
              <a:stretch>
                <a:fillRect/>
              </a:stretch>
            </a:blipFill>
          </p:spPr>
        </p:sp>
        <p:sp>
          <p:nvSpPr>
            <p:cNvPr id="27" name="Freeform 33">
              <a:extLst>
                <a:ext uri="{FF2B5EF4-FFF2-40B4-BE49-F238E27FC236}">
                  <a16:creationId xmlns:a16="http://schemas.microsoft.com/office/drawing/2014/main" id="{40194596-152B-E9D7-7D12-1C8FE00FA12B}"/>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4"/>
              <a:stretch>
                <a:fillRect/>
              </a:stretch>
            </a:blipFill>
          </p:spPr>
        </p:sp>
        <p:sp>
          <p:nvSpPr>
            <p:cNvPr id="28" name="Freeform 34">
              <a:extLst>
                <a:ext uri="{FF2B5EF4-FFF2-40B4-BE49-F238E27FC236}">
                  <a16:creationId xmlns:a16="http://schemas.microsoft.com/office/drawing/2014/main" id="{2BC82177-6874-9B8D-CEE5-DC61758CF872}"/>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5"/>
              <a:stretch>
                <a:fillRect/>
              </a:stretch>
            </a:blipFill>
          </p:spPr>
        </p:sp>
      </p:grpSp>
      <p:grpSp>
        <p:nvGrpSpPr>
          <p:cNvPr id="29" name="Group 30">
            <a:extLst>
              <a:ext uri="{FF2B5EF4-FFF2-40B4-BE49-F238E27FC236}">
                <a16:creationId xmlns:a16="http://schemas.microsoft.com/office/drawing/2014/main" id="{8EEA5AEF-4C85-B906-8ABF-75E2F4E4BAD0}"/>
              </a:ext>
            </a:extLst>
          </p:cNvPr>
          <p:cNvGrpSpPr/>
          <p:nvPr/>
        </p:nvGrpSpPr>
        <p:grpSpPr>
          <a:xfrm>
            <a:off x="11189510" y="9264956"/>
            <a:ext cx="3930275" cy="891767"/>
            <a:chOff x="0" y="0"/>
            <a:chExt cx="5240366" cy="1189023"/>
          </a:xfrm>
        </p:grpSpPr>
        <p:sp>
          <p:nvSpPr>
            <p:cNvPr id="30" name="Freeform 31">
              <a:extLst>
                <a:ext uri="{FF2B5EF4-FFF2-40B4-BE49-F238E27FC236}">
                  <a16:creationId xmlns:a16="http://schemas.microsoft.com/office/drawing/2014/main" id="{965B8442-99D6-048E-8234-9351223D15A3}"/>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2"/>
              <a:stretch>
                <a:fillRect b="-39747"/>
              </a:stretch>
            </a:blipFill>
          </p:spPr>
        </p:sp>
        <p:sp>
          <p:nvSpPr>
            <p:cNvPr id="31" name="Freeform 32">
              <a:extLst>
                <a:ext uri="{FF2B5EF4-FFF2-40B4-BE49-F238E27FC236}">
                  <a16:creationId xmlns:a16="http://schemas.microsoft.com/office/drawing/2014/main" id="{9293815F-ED83-9AEE-072A-6264138FFD32}"/>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3"/>
              <a:stretch>
                <a:fillRect/>
              </a:stretch>
            </a:blipFill>
          </p:spPr>
        </p:sp>
        <p:sp>
          <p:nvSpPr>
            <p:cNvPr id="32" name="Freeform 33">
              <a:extLst>
                <a:ext uri="{FF2B5EF4-FFF2-40B4-BE49-F238E27FC236}">
                  <a16:creationId xmlns:a16="http://schemas.microsoft.com/office/drawing/2014/main" id="{BD370EAA-FF07-725D-63DB-0CC05F1F93E1}"/>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4"/>
              <a:stretch>
                <a:fillRect/>
              </a:stretch>
            </a:blipFill>
          </p:spPr>
        </p:sp>
        <p:sp>
          <p:nvSpPr>
            <p:cNvPr id="33" name="Freeform 34">
              <a:extLst>
                <a:ext uri="{FF2B5EF4-FFF2-40B4-BE49-F238E27FC236}">
                  <a16:creationId xmlns:a16="http://schemas.microsoft.com/office/drawing/2014/main" id="{E82CF3B6-1A3F-261C-6E40-27AFE7C41E19}"/>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5"/>
              <a:stretch>
                <a:fillRect/>
              </a:stretch>
            </a:blipFill>
          </p:spPr>
        </p:sp>
      </p:grpSp>
      <p:grpSp>
        <p:nvGrpSpPr>
          <p:cNvPr id="34" name="Group 30">
            <a:extLst>
              <a:ext uri="{FF2B5EF4-FFF2-40B4-BE49-F238E27FC236}">
                <a16:creationId xmlns:a16="http://schemas.microsoft.com/office/drawing/2014/main" id="{C9C4B926-2141-21F0-F6EA-78176BFA1E0F}"/>
              </a:ext>
            </a:extLst>
          </p:cNvPr>
          <p:cNvGrpSpPr/>
          <p:nvPr/>
        </p:nvGrpSpPr>
        <p:grpSpPr>
          <a:xfrm>
            <a:off x="14849554" y="9299398"/>
            <a:ext cx="3930275" cy="891767"/>
            <a:chOff x="0" y="0"/>
            <a:chExt cx="5240366" cy="1189023"/>
          </a:xfrm>
        </p:grpSpPr>
        <p:sp>
          <p:nvSpPr>
            <p:cNvPr id="35" name="Freeform 31">
              <a:extLst>
                <a:ext uri="{FF2B5EF4-FFF2-40B4-BE49-F238E27FC236}">
                  <a16:creationId xmlns:a16="http://schemas.microsoft.com/office/drawing/2014/main" id="{5339B44F-76F0-2EE8-479E-3B96F0F73EA9}"/>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2"/>
              <a:stretch>
                <a:fillRect b="-39747"/>
              </a:stretch>
            </a:blipFill>
          </p:spPr>
        </p:sp>
        <p:sp>
          <p:nvSpPr>
            <p:cNvPr id="36" name="Freeform 32">
              <a:extLst>
                <a:ext uri="{FF2B5EF4-FFF2-40B4-BE49-F238E27FC236}">
                  <a16:creationId xmlns:a16="http://schemas.microsoft.com/office/drawing/2014/main" id="{CB7F72DD-0170-DDDB-FBE7-702EAC359B9A}"/>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3"/>
              <a:stretch>
                <a:fillRect/>
              </a:stretch>
            </a:blipFill>
          </p:spPr>
        </p:sp>
        <p:sp>
          <p:nvSpPr>
            <p:cNvPr id="37" name="Freeform 33">
              <a:extLst>
                <a:ext uri="{FF2B5EF4-FFF2-40B4-BE49-F238E27FC236}">
                  <a16:creationId xmlns:a16="http://schemas.microsoft.com/office/drawing/2014/main" id="{3E64ED58-E8A5-F590-A26A-074BB8FC9BB9}"/>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4"/>
              <a:stretch>
                <a:fillRect/>
              </a:stretch>
            </a:blipFill>
          </p:spPr>
        </p:sp>
        <p:sp>
          <p:nvSpPr>
            <p:cNvPr id="38" name="Freeform 34">
              <a:extLst>
                <a:ext uri="{FF2B5EF4-FFF2-40B4-BE49-F238E27FC236}">
                  <a16:creationId xmlns:a16="http://schemas.microsoft.com/office/drawing/2014/main" id="{989BCBAB-ECCA-47C1-BB4E-CADF5EDE3FF1}"/>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5"/>
              <a:stretch>
                <a:fillRect/>
              </a:stretch>
            </a:blipFill>
          </p:spPr>
        </p:sp>
      </p:grpSp>
      <p:sp>
        <p:nvSpPr>
          <p:cNvPr id="8" name="Freeform 17">
            <a:extLst>
              <a:ext uri="{FF2B5EF4-FFF2-40B4-BE49-F238E27FC236}">
                <a16:creationId xmlns:a16="http://schemas.microsoft.com/office/drawing/2014/main" id="{184EE3A9-3A1C-1FCC-8FCF-0388EC5C04BF}"/>
              </a:ext>
            </a:extLst>
          </p:cNvPr>
          <p:cNvSpPr/>
          <p:nvPr/>
        </p:nvSpPr>
        <p:spPr>
          <a:xfrm>
            <a:off x="326130" y="521285"/>
            <a:ext cx="9122670" cy="891767"/>
          </a:xfrm>
          <a:custGeom>
            <a:avLst/>
            <a:gdLst/>
            <a:ahLst/>
            <a:cxnLst/>
            <a:rect l="l" t="t" r="r" b="b"/>
            <a:pathLst>
              <a:path w="3432585" h="571910">
                <a:moveTo>
                  <a:pt x="30295" y="0"/>
                </a:moveTo>
                <a:lnTo>
                  <a:pt x="3402290" y="0"/>
                </a:lnTo>
                <a:cubicBezTo>
                  <a:pt x="3410325" y="0"/>
                  <a:pt x="3418031" y="3192"/>
                  <a:pt x="3423712" y="8873"/>
                </a:cubicBezTo>
                <a:cubicBezTo>
                  <a:pt x="3429393" y="14555"/>
                  <a:pt x="3432585" y="22260"/>
                  <a:pt x="3432585" y="30295"/>
                </a:cubicBezTo>
                <a:lnTo>
                  <a:pt x="3432585" y="541615"/>
                </a:lnTo>
                <a:cubicBezTo>
                  <a:pt x="3432585" y="558347"/>
                  <a:pt x="3419022" y="571910"/>
                  <a:pt x="3402290" y="571910"/>
                </a:cubicBezTo>
                <a:lnTo>
                  <a:pt x="30295" y="571910"/>
                </a:lnTo>
                <a:cubicBezTo>
                  <a:pt x="22260" y="571910"/>
                  <a:pt x="14555" y="568719"/>
                  <a:pt x="8873" y="563037"/>
                </a:cubicBezTo>
                <a:cubicBezTo>
                  <a:pt x="3192" y="557356"/>
                  <a:pt x="0" y="549650"/>
                  <a:pt x="0" y="541615"/>
                </a:cubicBezTo>
                <a:lnTo>
                  <a:pt x="0" y="30295"/>
                </a:lnTo>
                <a:cubicBezTo>
                  <a:pt x="0" y="22260"/>
                  <a:pt x="3192" y="14555"/>
                  <a:pt x="8873" y="8873"/>
                </a:cubicBezTo>
                <a:cubicBezTo>
                  <a:pt x="14555" y="3192"/>
                  <a:pt x="22260" y="0"/>
                  <a:pt x="30295" y="0"/>
                </a:cubicBezTo>
                <a:close/>
              </a:path>
            </a:pathLst>
          </a:custGeom>
          <a:solidFill>
            <a:schemeClr val="accent6">
              <a:lumMod val="75000"/>
            </a:schemeClr>
          </a:solidFill>
          <a:ln w="66675" cap="rnd">
            <a:solidFill>
              <a:schemeClr val="accent6">
                <a:lumMod val="75000"/>
              </a:schemeClr>
            </a:solidFill>
            <a:prstDash val="solid"/>
            <a:round/>
          </a:ln>
        </p:spPr>
        <p:txBody>
          <a:bodyPr/>
          <a:lstStyle/>
          <a:p>
            <a:endParaRPr lang="en-PH" dirty="0"/>
          </a:p>
        </p:txBody>
      </p:sp>
      <p:sp>
        <p:nvSpPr>
          <p:cNvPr id="9" name="TextBox 18">
            <a:extLst>
              <a:ext uri="{FF2B5EF4-FFF2-40B4-BE49-F238E27FC236}">
                <a16:creationId xmlns:a16="http://schemas.microsoft.com/office/drawing/2014/main" id="{AD12D9BF-B10C-E29B-D21E-24B95B6B4BF6}"/>
              </a:ext>
            </a:extLst>
          </p:cNvPr>
          <p:cNvSpPr txBox="1"/>
          <p:nvPr/>
        </p:nvSpPr>
        <p:spPr>
          <a:xfrm>
            <a:off x="533400" y="647700"/>
            <a:ext cx="8610599" cy="609600"/>
          </a:xfrm>
          <a:prstGeom prst="rect">
            <a:avLst/>
          </a:prstGeom>
          <a:solidFill>
            <a:srgbClr val="FFC000"/>
          </a:solidFill>
          <a:ln>
            <a:solidFill>
              <a:srgbClr val="FFC000"/>
            </a:solidFill>
          </a:ln>
        </p:spPr>
        <p:txBody>
          <a:bodyPr lIns="50800" tIns="50800" rIns="50800" bIns="50800" rtlCol="0" anchor="ctr"/>
          <a:lstStyle/>
          <a:p>
            <a:pPr algn="ctr"/>
            <a:r>
              <a:rPr lang="en-US" sz="3600" b="1" dirty="0">
                <a:latin typeface="Arial" panose="020B0604020202020204" pitchFamily="34" charset="0"/>
                <a:ea typeface="Calibri" panose="020F0502020204030204" pitchFamily="34" charset="0"/>
                <a:cs typeface="Arial" panose="020B0604020202020204" pitchFamily="34" charset="0"/>
              </a:rPr>
              <a:t>MOTIVATION</a:t>
            </a:r>
            <a:endParaRPr lang="en-US" sz="8800"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3217B1DE-1636-66D7-F9B4-9ABC343A0601}"/>
              </a:ext>
            </a:extLst>
          </p:cNvPr>
          <p:cNvSpPr txBox="1"/>
          <p:nvPr/>
        </p:nvSpPr>
        <p:spPr>
          <a:xfrm>
            <a:off x="373938" y="2070157"/>
            <a:ext cx="9296401" cy="6404317"/>
          </a:xfrm>
          <a:prstGeom prst="rect">
            <a:avLst/>
          </a:prstGeom>
          <a:noFill/>
        </p:spPr>
        <p:txBody>
          <a:bodyPr wrap="square">
            <a:spAutoFit/>
          </a:bodyPr>
          <a:lstStyle/>
          <a:p>
            <a:pPr>
              <a:lnSpc>
                <a:spcPct val="107000"/>
              </a:lnSpc>
              <a:spcAft>
                <a:spcPts val="800"/>
              </a:spcAft>
            </a:pPr>
            <a:r>
              <a:rPr lang="en-US" sz="3600" b="1" dirty="0"/>
              <a:t>Goals and Emotions</a:t>
            </a:r>
          </a:p>
          <a:p>
            <a:pPr>
              <a:lnSpc>
                <a:spcPct val="107000"/>
              </a:lnSpc>
              <a:spcAft>
                <a:spcPts val="800"/>
              </a:spcAft>
            </a:pPr>
            <a:endParaRPr lang="en-US" sz="3600" b="1" dirty="0"/>
          </a:p>
          <a:p>
            <a:pPr algn="just">
              <a:lnSpc>
                <a:spcPct val="107000"/>
              </a:lnSpc>
              <a:spcAft>
                <a:spcPts val="800"/>
              </a:spcAft>
            </a:pPr>
            <a:r>
              <a:rPr lang="en-US" sz="3600" b="1" dirty="0"/>
              <a:t>	Goal</a:t>
            </a:r>
            <a:r>
              <a:rPr lang="en-US" sz="3600" dirty="0"/>
              <a:t> is the particular end state or outcome that we would like to achieve. Goals are more complicated and specific than the needs. </a:t>
            </a:r>
          </a:p>
          <a:p>
            <a:pPr algn="just">
              <a:lnSpc>
                <a:spcPct val="107000"/>
              </a:lnSpc>
              <a:spcAft>
                <a:spcPts val="800"/>
              </a:spcAft>
            </a:pPr>
            <a:endParaRPr lang="en-US" sz="36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3600" b="1" dirty="0"/>
              <a:t>	Emotions</a:t>
            </a:r>
            <a:r>
              <a:rPr lang="en-US" sz="3600" dirty="0"/>
              <a:t> falls on appraisal theory that proposes that our emotions determine who we assess certain situations or outcomes that are relevant to the goals.</a:t>
            </a:r>
            <a:endParaRPr lang="en-PH" sz="3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2" name="TextBox 11">
            <a:extLst>
              <a:ext uri="{FF2B5EF4-FFF2-40B4-BE49-F238E27FC236}">
                <a16:creationId xmlns:a16="http://schemas.microsoft.com/office/drawing/2014/main" id="{6F1CBBFD-1ECC-B425-2C59-9C52477D54EE}"/>
              </a:ext>
            </a:extLst>
          </p:cNvPr>
          <p:cNvSpPr txBox="1"/>
          <p:nvPr/>
        </p:nvSpPr>
        <p:spPr>
          <a:xfrm>
            <a:off x="10590301" y="1458710"/>
            <a:ext cx="6987225" cy="6986528"/>
          </a:xfrm>
          <a:prstGeom prst="rect">
            <a:avLst/>
          </a:prstGeom>
          <a:noFill/>
        </p:spPr>
        <p:txBody>
          <a:bodyPr wrap="square">
            <a:spAutoFit/>
          </a:bodyPr>
          <a:lstStyle/>
          <a:p>
            <a:pPr algn="ctr"/>
            <a:r>
              <a:rPr lang="en-US" sz="3200" b="1" dirty="0"/>
              <a:t>Types of Goals </a:t>
            </a:r>
          </a:p>
          <a:p>
            <a:pPr algn="ctr"/>
            <a:endParaRPr lang="en-US" sz="3200" b="1" dirty="0"/>
          </a:p>
          <a:p>
            <a:pPr marL="285750" indent="-285750">
              <a:buFont typeface="Arial" panose="020B0604020202020204" pitchFamily="34" charset="0"/>
              <a:buChar char="•"/>
            </a:pPr>
            <a:r>
              <a:rPr lang="en-US" sz="3200" b="1" dirty="0"/>
              <a:t>Concrete </a:t>
            </a:r>
            <a:r>
              <a:rPr lang="en-US" sz="3200" dirty="0"/>
              <a:t>- Specific to a certain behavior or actions at the situation in your hand. </a:t>
            </a:r>
          </a:p>
          <a:p>
            <a:pPr marL="285750" indent="-285750">
              <a:buFont typeface="Arial" panose="020B0604020202020204" pitchFamily="34" charset="0"/>
              <a:buChar char="•"/>
            </a:pPr>
            <a:endParaRPr lang="en-US" sz="3200" dirty="0"/>
          </a:p>
          <a:p>
            <a:pPr marL="285750" indent="-285750">
              <a:buFont typeface="Arial" panose="020B0604020202020204" pitchFamily="34" charset="0"/>
              <a:buChar char="•"/>
            </a:pPr>
            <a:r>
              <a:rPr lang="en-US" sz="3200" b="1" dirty="0"/>
              <a:t>Abstract </a:t>
            </a:r>
            <a:r>
              <a:rPr lang="en-US" sz="3200" dirty="0"/>
              <a:t>- Endure over a long period or has to be consistent over a long time.</a:t>
            </a:r>
          </a:p>
          <a:p>
            <a:endParaRPr lang="en-US" sz="3200" dirty="0"/>
          </a:p>
          <a:p>
            <a:pPr marL="285750" indent="-285750">
              <a:buFont typeface="Arial" panose="020B0604020202020204" pitchFamily="34" charset="0"/>
              <a:buChar char="•"/>
            </a:pPr>
            <a:r>
              <a:rPr lang="en-US" sz="3200" b="1" dirty="0"/>
              <a:t>Promotion-focused</a:t>
            </a:r>
            <a:r>
              <a:rPr lang="en-US" sz="3200" dirty="0"/>
              <a:t> - Consumers act to achieve positive outcomes.</a:t>
            </a:r>
          </a:p>
          <a:p>
            <a:endParaRPr lang="en-US" sz="3200" dirty="0"/>
          </a:p>
          <a:p>
            <a:pPr marL="285750" indent="-285750">
              <a:buFont typeface="Arial" panose="020B0604020202020204" pitchFamily="34" charset="0"/>
              <a:buChar char="•"/>
            </a:pPr>
            <a:r>
              <a:rPr lang="en-US" sz="3200" b="1" dirty="0"/>
              <a:t>Prevention-focused</a:t>
            </a:r>
            <a:r>
              <a:rPr lang="en-US" sz="3200" dirty="0"/>
              <a:t> - Consumers act to avoid negative outcomes</a:t>
            </a:r>
            <a:endParaRPr lang="en-PH" sz="3200" dirty="0"/>
          </a:p>
        </p:txBody>
      </p:sp>
    </p:spTree>
    <p:extLst>
      <p:ext uri="{BB962C8B-B14F-4D97-AF65-F5344CB8AC3E}">
        <p14:creationId xmlns:p14="http://schemas.microsoft.com/office/powerpoint/2010/main" val="13462049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C9A12F-553F-AA42-BEC3-B44E93C5C4A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DA3149B-8057-3E7F-5214-109E584D6CD7}"/>
              </a:ext>
            </a:extLst>
          </p:cNvPr>
          <p:cNvSpPr/>
          <p:nvPr/>
        </p:nvSpPr>
        <p:spPr>
          <a:xfrm>
            <a:off x="0" y="-11061"/>
            <a:ext cx="6096000" cy="114300"/>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Rectangle 2">
            <a:extLst>
              <a:ext uri="{FF2B5EF4-FFF2-40B4-BE49-F238E27FC236}">
                <a16:creationId xmlns:a16="http://schemas.microsoft.com/office/drawing/2014/main" id="{8C72DA35-C984-31C0-8A00-1FFB41DE8C20}"/>
              </a:ext>
            </a:extLst>
          </p:cNvPr>
          <p:cNvSpPr/>
          <p:nvPr/>
        </p:nvSpPr>
        <p:spPr>
          <a:xfrm>
            <a:off x="6248400" y="0"/>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 name="Rectangle 3">
            <a:extLst>
              <a:ext uri="{FF2B5EF4-FFF2-40B4-BE49-F238E27FC236}">
                <a16:creationId xmlns:a16="http://schemas.microsoft.com/office/drawing/2014/main" id="{D7DB005F-4347-7977-7BAA-203D4865CB10}"/>
              </a:ext>
            </a:extLst>
          </p:cNvPr>
          <p:cNvSpPr/>
          <p:nvPr/>
        </p:nvSpPr>
        <p:spPr>
          <a:xfrm>
            <a:off x="12344400" y="0"/>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 name="Rectangle 4">
            <a:extLst>
              <a:ext uri="{FF2B5EF4-FFF2-40B4-BE49-F238E27FC236}">
                <a16:creationId xmlns:a16="http://schemas.microsoft.com/office/drawing/2014/main" id="{6FA4643F-1A9D-5835-1EAC-B415B4671FC8}"/>
              </a:ext>
            </a:extLst>
          </p:cNvPr>
          <p:cNvSpPr/>
          <p:nvPr/>
        </p:nvSpPr>
        <p:spPr>
          <a:xfrm>
            <a:off x="0" y="10154265"/>
            <a:ext cx="6096000" cy="114300"/>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6" name="Rectangle 5">
            <a:extLst>
              <a:ext uri="{FF2B5EF4-FFF2-40B4-BE49-F238E27FC236}">
                <a16:creationId xmlns:a16="http://schemas.microsoft.com/office/drawing/2014/main" id="{DF341E4C-6270-293F-02DA-8E670957B5A5}"/>
              </a:ext>
            </a:extLst>
          </p:cNvPr>
          <p:cNvSpPr/>
          <p:nvPr/>
        </p:nvSpPr>
        <p:spPr>
          <a:xfrm>
            <a:off x="6248400" y="10165326"/>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 name="Rectangle 6">
            <a:extLst>
              <a:ext uri="{FF2B5EF4-FFF2-40B4-BE49-F238E27FC236}">
                <a16:creationId xmlns:a16="http://schemas.microsoft.com/office/drawing/2014/main" id="{1A80D546-72D1-DFB0-E61A-82E9FFE765D0}"/>
              </a:ext>
            </a:extLst>
          </p:cNvPr>
          <p:cNvSpPr/>
          <p:nvPr/>
        </p:nvSpPr>
        <p:spPr>
          <a:xfrm>
            <a:off x="12344400" y="10165326"/>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nvGrpSpPr>
          <p:cNvPr id="14" name="Group 30">
            <a:extLst>
              <a:ext uri="{FF2B5EF4-FFF2-40B4-BE49-F238E27FC236}">
                <a16:creationId xmlns:a16="http://schemas.microsoft.com/office/drawing/2014/main" id="{D2C2DA93-C9F1-B28D-69F5-EF95B0F97854}"/>
              </a:ext>
            </a:extLst>
          </p:cNvPr>
          <p:cNvGrpSpPr/>
          <p:nvPr/>
        </p:nvGrpSpPr>
        <p:grpSpPr>
          <a:xfrm>
            <a:off x="-172611" y="9338569"/>
            <a:ext cx="3930275" cy="891767"/>
            <a:chOff x="0" y="0"/>
            <a:chExt cx="5240366" cy="1189023"/>
          </a:xfrm>
        </p:grpSpPr>
        <p:sp>
          <p:nvSpPr>
            <p:cNvPr id="15" name="Freeform 31">
              <a:extLst>
                <a:ext uri="{FF2B5EF4-FFF2-40B4-BE49-F238E27FC236}">
                  <a16:creationId xmlns:a16="http://schemas.microsoft.com/office/drawing/2014/main" id="{C5A71FD9-FDC1-A095-6CE2-37B1504C7720}"/>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2"/>
              <a:stretch>
                <a:fillRect b="-39747"/>
              </a:stretch>
            </a:blipFill>
          </p:spPr>
        </p:sp>
        <p:sp>
          <p:nvSpPr>
            <p:cNvPr id="16" name="Freeform 32">
              <a:extLst>
                <a:ext uri="{FF2B5EF4-FFF2-40B4-BE49-F238E27FC236}">
                  <a16:creationId xmlns:a16="http://schemas.microsoft.com/office/drawing/2014/main" id="{BB1F3ADF-5B56-5DD6-09D9-629833683163}"/>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3"/>
              <a:stretch>
                <a:fillRect/>
              </a:stretch>
            </a:blipFill>
          </p:spPr>
        </p:sp>
        <p:sp>
          <p:nvSpPr>
            <p:cNvPr id="17" name="Freeform 33">
              <a:extLst>
                <a:ext uri="{FF2B5EF4-FFF2-40B4-BE49-F238E27FC236}">
                  <a16:creationId xmlns:a16="http://schemas.microsoft.com/office/drawing/2014/main" id="{DB08CC5A-42ED-336F-6CD3-784B9FD17ECB}"/>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4"/>
              <a:stretch>
                <a:fillRect/>
              </a:stretch>
            </a:blipFill>
          </p:spPr>
        </p:sp>
        <p:sp>
          <p:nvSpPr>
            <p:cNvPr id="18" name="Freeform 34">
              <a:extLst>
                <a:ext uri="{FF2B5EF4-FFF2-40B4-BE49-F238E27FC236}">
                  <a16:creationId xmlns:a16="http://schemas.microsoft.com/office/drawing/2014/main" id="{9A1F9933-91BC-F585-AC57-F2F1D7DF1EB6}"/>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5"/>
              <a:stretch>
                <a:fillRect/>
              </a:stretch>
            </a:blipFill>
          </p:spPr>
        </p:sp>
      </p:grpSp>
      <p:grpSp>
        <p:nvGrpSpPr>
          <p:cNvPr id="19" name="Group 30">
            <a:extLst>
              <a:ext uri="{FF2B5EF4-FFF2-40B4-BE49-F238E27FC236}">
                <a16:creationId xmlns:a16="http://schemas.microsoft.com/office/drawing/2014/main" id="{B5A26B00-88C1-BCBB-D3D9-C955DD5A80CD}"/>
              </a:ext>
            </a:extLst>
          </p:cNvPr>
          <p:cNvGrpSpPr/>
          <p:nvPr/>
        </p:nvGrpSpPr>
        <p:grpSpPr>
          <a:xfrm>
            <a:off x="3597937" y="9326382"/>
            <a:ext cx="3930275" cy="891767"/>
            <a:chOff x="0" y="0"/>
            <a:chExt cx="5240366" cy="1189023"/>
          </a:xfrm>
        </p:grpSpPr>
        <p:sp>
          <p:nvSpPr>
            <p:cNvPr id="20" name="Freeform 31">
              <a:extLst>
                <a:ext uri="{FF2B5EF4-FFF2-40B4-BE49-F238E27FC236}">
                  <a16:creationId xmlns:a16="http://schemas.microsoft.com/office/drawing/2014/main" id="{FC8E662B-1B66-1B03-3F92-CCBD8CBEF831}"/>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2"/>
              <a:stretch>
                <a:fillRect b="-39747"/>
              </a:stretch>
            </a:blipFill>
          </p:spPr>
        </p:sp>
        <p:sp>
          <p:nvSpPr>
            <p:cNvPr id="21" name="Freeform 32">
              <a:extLst>
                <a:ext uri="{FF2B5EF4-FFF2-40B4-BE49-F238E27FC236}">
                  <a16:creationId xmlns:a16="http://schemas.microsoft.com/office/drawing/2014/main" id="{2310ADD1-EB59-1028-706D-25D965AF7196}"/>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3"/>
              <a:stretch>
                <a:fillRect/>
              </a:stretch>
            </a:blipFill>
          </p:spPr>
        </p:sp>
        <p:sp>
          <p:nvSpPr>
            <p:cNvPr id="22" name="Freeform 33">
              <a:extLst>
                <a:ext uri="{FF2B5EF4-FFF2-40B4-BE49-F238E27FC236}">
                  <a16:creationId xmlns:a16="http://schemas.microsoft.com/office/drawing/2014/main" id="{C211020B-A82C-9BED-F250-4E2D90C550D0}"/>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4"/>
              <a:stretch>
                <a:fillRect/>
              </a:stretch>
            </a:blipFill>
          </p:spPr>
        </p:sp>
        <p:sp>
          <p:nvSpPr>
            <p:cNvPr id="23" name="Freeform 34">
              <a:extLst>
                <a:ext uri="{FF2B5EF4-FFF2-40B4-BE49-F238E27FC236}">
                  <a16:creationId xmlns:a16="http://schemas.microsoft.com/office/drawing/2014/main" id="{F63EB3D6-F8D9-7A9B-71DC-04A3A296A7AB}"/>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5"/>
              <a:stretch>
                <a:fillRect/>
              </a:stretch>
            </a:blipFill>
          </p:spPr>
        </p:sp>
      </p:grpSp>
      <p:grpSp>
        <p:nvGrpSpPr>
          <p:cNvPr id="24" name="Group 30">
            <a:extLst>
              <a:ext uri="{FF2B5EF4-FFF2-40B4-BE49-F238E27FC236}">
                <a16:creationId xmlns:a16="http://schemas.microsoft.com/office/drawing/2014/main" id="{2A82ABD2-346B-3CAC-169F-C9E6B483A11A}"/>
              </a:ext>
            </a:extLst>
          </p:cNvPr>
          <p:cNvGrpSpPr/>
          <p:nvPr/>
        </p:nvGrpSpPr>
        <p:grpSpPr>
          <a:xfrm>
            <a:off x="7418962" y="9257303"/>
            <a:ext cx="3930275" cy="891767"/>
            <a:chOff x="0" y="0"/>
            <a:chExt cx="5240366" cy="1189023"/>
          </a:xfrm>
        </p:grpSpPr>
        <p:sp>
          <p:nvSpPr>
            <p:cNvPr id="25" name="Freeform 31">
              <a:extLst>
                <a:ext uri="{FF2B5EF4-FFF2-40B4-BE49-F238E27FC236}">
                  <a16:creationId xmlns:a16="http://schemas.microsoft.com/office/drawing/2014/main" id="{B7D9ACA9-034D-2AD7-43D3-0778C68B1CAE}"/>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2"/>
              <a:stretch>
                <a:fillRect b="-39747"/>
              </a:stretch>
            </a:blipFill>
          </p:spPr>
        </p:sp>
        <p:sp>
          <p:nvSpPr>
            <p:cNvPr id="26" name="Freeform 32">
              <a:extLst>
                <a:ext uri="{FF2B5EF4-FFF2-40B4-BE49-F238E27FC236}">
                  <a16:creationId xmlns:a16="http://schemas.microsoft.com/office/drawing/2014/main" id="{4F251CCB-D684-27B7-1D79-6A5B10F114E1}"/>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3"/>
              <a:stretch>
                <a:fillRect/>
              </a:stretch>
            </a:blipFill>
          </p:spPr>
        </p:sp>
        <p:sp>
          <p:nvSpPr>
            <p:cNvPr id="27" name="Freeform 33">
              <a:extLst>
                <a:ext uri="{FF2B5EF4-FFF2-40B4-BE49-F238E27FC236}">
                  <a16:creationId xmlns:a16="http://schemas.microsoft.com/office/drawing/2014/main" id="{EDA5DC13-AE67-0F18-95D8-B45048B03D3D}"/>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4"/>
              <a:stretch>
                <a:fillRect/>
              </a:stretch>
            </a:blipFill>
          </p:spPr>
        </p:sp>
        <p:sp>
          <p:nvSpPr>
            <p:cNvPr id="28" name="Freeform 34">
              <a:extLst>
                <a:ext uri="{FF2B5EF4-FFF2-40B4-BE49-F238E27FC236}">
                  <a16:creationId xmlns:a16="http://schemas.microsoft.com/office/drawing/2014/main" id="{53DA9A61-4CED-C26B-AB9F-6BBA99D2A338}"/>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5"/>
              <a:stretch>
                <a:fillRect/>
              </a:stretch>
            </a:blipFill>
          </p:spPr>
        </p:sp>
      </p:grpSp>
      <p:grpSp>
        <p:nvGrpSpPr>
          <p:cNvPr id="29" name="Group 30">
            <a:extLst>
              <a:ext uri="{FF2B5EF4-FFF2-40B4-BE49-F238E27FC236}">
                <a16:creationId xmlns:a16="http://schemas.microsoft.com/office/drawing/2014/main" id="{2E202446-8CA8-8B45-0527-8B49551CC5B5}"/>
              </a:ext>
            </a:extLst>
          </p:cNvPr>
          <p:cNvGrpSpPr/>
          <p:nvPr/>
        </p:nvGrpSpPr>
        <p:grpSpPr>
          <a:xfrm>
            <a:off x="11189510" y="9264956"/>
            <a:ext cx="3930275" cy="891767"/>
            <a:chOff x="0" y="0"/>
            <a:chExt cx="5240366" cy="1189023"/>
          </a:xfrm>
        </p:grpSpPr>
        <p:sp>
          <p:nvSpPr>
            <p:cNvPr id="30" name="Freeform 31">
              <a:extLst>
                <a:ext uri="{FF2B5EF4-FFF2-40B4-BE49-F238E27FC236}">
                  <a16:creationId xmlns:a16="http://schemas.microsoft.com/office/drawing/2014/main" id="{94D2751C-216C-3BA6-695F-9E6A3D26C7D3}"/>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2"/>
              <a:stretch>
                <a:fillRect b="-39747"/>
              </a:stretch>
            </a:blipFill>
          </p:spPr>
        </p:sp>
        <p:sp>
          <p:nvSpPr>
            <p:cNvPr id="31" name="Freeform 32">
              <a:extLst>
                <a:ext uri="{FF2B5EF4-FFF2-40B4-BE49-F238E27FC236}">
                  <a16:creationId xmlns:a16="http://schemas.microsoft.com/office/drawing/2014/main" id="{4F95D4D2-8562-4476-01EA-FD0346C4FB34}"/>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3"/>
              <a:stretch>
                <a:fillRect/>
              </a:stretch>
            </a:blipFill>
          </p:spPr>
        </p:sp>
        <p:sp>
          <p:nvSpPr>
            <p:cNvPr id="32" name="Freeform 33">
              <a:extLst>
                <a:ext uri="{FF2B5EF4-FFF2-40B4-BE49-F238E27FC236}">
                  <a16:creationId xmlns:a16="http://schemas.microsoft.com/office/drawing/2014/main" id="{B6D02F3C-C55A-1EC1-842F-264AC05BB33B}"/>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4"/>
              <a:stretch>
                <a:fillRect/>
              </a:stretch>
            </a:blipFill>
          </p:spPr>
        </p:sp>
        <p:sp>
          <p:nvSpPr>
            <p:cNvPr id="33" name="Freeform 34">
              <a:extLst>
                <a:ext uri="{FF2B5EF4-FFF2-40B4-BE49-F238E27FC236}">
                  <a16:creationId xmlns:a16="http://schemas.microsoft.com/office/drawing/2014/main" id="{B7B507B9-E3BA-C131-0C49-FD7F6649A965}"/>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5"/>
              <a:stretch>
                <a:fillRect/>
              </a:stretch>
            </a:blipFill>
          </p:spPr>
        </p:sp>
      </p:grpSp>
      <p:grpSp>
        <p:nvGrpSpPr>
          <p:cNvPr id="34" name="Group 30">
            <a:extLst>
              <a:ext uri="{FF2B5EF4-FFF2-40B4-BE49-F238E27FC236}">
                <a16:creationId xmlns:a16="http://schemas.microsoft.com/office/drawing/2014/main" id="{84C1D5C7-EAB8-01A7-D631-DDD6D8DE816B}"/>
              </a:ext>
            </a:extLst>
          </p:cNvPr>
          <p:cNvGrpSpPr/>
          <p:nvPr/>
        </p:nvGrpSpPr>
        <p:grpSpPr>
          <a:xfrm>
            <a:off x="14849554" y="9299398"/>
            <a:ext cx="3930275" cy="891767"/>
            <a:chOff x="0" y="0"/>
            <a:chExt cx="5240366" cy="1189023"/>
          </a:xfrm>
        </p:grpSpPr>
        <p:sp>
          <p:nvSpPr>
            <p:cNvPr id="35" name="Freeform 31">
              <a:extLst>
                <a:ext uri="{FF2B5EF4-FFF2-40B4-BE49-F238E27FC236}">
                  <a16:creationId xmlns:a16="http://schemas.microsoft.com/office/drawing/2014/main" id="{EF94718C-AC3C-4DF0-B3DA-F1DF273DE216}"/>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2"/>
              <a:stretch>
                <a:fillRect b="-39747"/>
              </a:stretch>
            </a:blipFill>
          </p:spPr>
        </p:sp>
        <p:sp>
          <p:nvSpPr>
            <p:cNvPr id="36" name="Freeform 32">
              <a:extLst>
                <a:ext uri="{FF2B5EF4-FFF2-40B4-BE49-F238E27FC236}">
                  <a16:creationId xmlns:a16="http://schemas.microsoft.com/office/drawing/2014/main" id="{97B5729C-B88A-F6A5-B215-7421AE3B655A}"/>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3"/>
              <a:stretch>
                <a:fillRect/>
              </a:stretch>
            </a:blipFill>
          </p:spPr>
        </p:sp>
        <p:sp>
          <p:nvSpPr>
            <p:cNvPr id="37" name="Freeform 33">
              <a:extLst>
                <a:ext uri="{FF2B5EF4-FFF2-40B4-BE49-F238E27FC236}">
                  <a16:creationId xmlns:a16="http://schemas.microsoft.com/office/drawing/2014/main" id="{E1D9D0AB-3DB8-AAAA-CDA3-295F3BC40606}"/>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4"/>
              <a:stretch>
                <a:fillRect/>
              </a:stretch>
            </a:blipFill>
          </p:spPr>
        </p:sp>
        <p:sp>
          <p:nvSpPr>
            <p:cNvPr id="38" name="Freeform 34">
              <a:extLst>
                <a:ext uri="{FF2B5EF4-FFF2-40B4-BE49-F238E27FC236}">
                  <a16:creationId xmlns:a16="http://schemas.microsoft.com/office/drawing/2014/main" id="{7CE78F50-E5E7-088A-B8A9-EAECA12CD77B}"/>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5"/>
              <a:stretch>
                <a:fillRect/>
              </a:stretch>
            </a:blipFill>
          </p:spPr>
        </p:sp>
      </p:grpSp>
      <p:sp>
        <p:nvSpPr>
          <p:cNvPr id="8" name="Freeform 17">
            <a:extLst>
              <a:ext uri="{FF2B5EF4-FFF2-40B4-BE49-F238E27FC236}">
                <a16:creationId xmlns:a16="http://schemas.microsoft.com/office/drawing/2014/main" id="{00320E43-5B18-14B5-5F9F-6DE761B8E089}"/>
              </a:ext>
            </a:extLst>
          </p:cNvPr>
          <p:cNvSpPr/>
          <p:nvPr/>
        </p:nvSpPr>
        <p:spPr>
          <a:xfrm>
            <a:off x="326130" y="521285"/>
            <a:ext cx="9351270" cy="1529042"/>
          </a:xfrm>
          <a:custGeom>
            <a:avLst/>
            <a:gdLst/>
            <a:ahLst/>
            <a:cxnLst/>
            <a:rect l="l" t="t" r="r" b="b"/>
            <a:pathLst>
              <a:path w="3432585" h="571910">
                <a:moveTo>
                  <a:pt x="30295" y="0"/>
                </a:moveTo>
                <a:lnTo>
                  <a:pt x="3402290" y="0"/>
                </a:lnTo>
                <a:cubicBezTo>
                  <a:pt x="3410325" y="0"/>
                  <a:pt x="3418031" y="3192"/>
                  <a:pt x="3423712" y="8873"/>
                </a:cubicBezTo>
                <a:cubicBezTo>
                  <a:pt x="3429393" y="14555"/>
                  <a:pt x="3432585" y="22260"/>
                  <a:pt x="3432585" y="30295"/>
                </a:cubicBezTo>
                <a:lnTo>
                  <a:pt x="3432585" y="541615"/>
                </a:lnTo>
                <a:cubicBezTo>
                  <a:pt x="3432585" y="558347"/>
                  <a:pt x="3419022" y="571910"/>
                  <a:pt x="3402290" y="571910"/>
                </a:cubicBezTo>
                <a:lnTo>
                  <a:pt x="30295" y="571910"/>
                </a:lnTo>
                <a:cubicBezTo>
                  <a:pt x="22260" y="571910"/>
                  <a:pt x="14555" y="568719"/>
                  <a:pt x="8873" y="563037"/>
                </a:cubicBezTo>
                <a:cubicBezTo>
                  <a:pt x="3192" y="557356"/>
                  <a:pt x="0" y="549650"/>
                  <a:pt x="0" y="541615"/>
                </a:cubicBezTo>
                <a:lnTo>
                  <a:pt x="0" y="30295"/>
                </a:lnTo>
                <a:cubicBezTo>
                  <a:pt x="0" y="22260"/>
                  <a:pt x="3192" y="14555"/>
                  <a:pt x="8873" y="8873"/>
                </a:cubicBezTo>
                <a:cubicBezTo>
                  <a:pt x="14555" y="3192"/>
                  <a:pt x="22260" y="0"/>
                  <a:pt x="30295" y="0"/>
                </a:cubicBezTo>
                <a:close/>
              </a:path>
            </a:pathLst>
          </a:custGeom>
          <a:solidFill>
            <a:schemeClr val="accent6">
              <a:lumMod val="75000"/>
            </a:schemeClr>
          </a:solidFill>
          <a:ln w="66675" cap="rnd">
            <a:solidFill>
              <a:schemeClr val="accent6">
                <a:lumMod val="75000"/>
              </a:schemeClr>
            </a:solidFill>
            <a:prstDash val="solid"/>
            <a:round/>
          </a:ln>
        </p:spPr>
      </p:sp>
      <p:sp>
        <p:nvSpPr>
          <p:cNvPr id="9" name="TextBox 18">
            <a:extLst>
              <a:ext uri="{FF2B5EF4-FFF2-40B4-BE49-F238E27FC236}">
                <a16:creationId xmlns:a16="http://schemas.microsoft.com/office/drawing/2014/main" id="{F88E6CCF-354E-1309-A860-D280F2DCF012}"/>
              </a:ext>
            </a:extLst>
          </p:cNvPr>
          <p:cNvSpPr txBox="1"/>
          <p:nvPr/>
        </p:nvSpPr>
        <p:spPr>
          <a:xfrm>
            <a:off x="533400" y="647700"/>
            <a:ext cx="8801057" cy="1160626"/>
          </a:xfrm>
          <a:prstGeom prst="rect">
            <a:avLst/>
          </a:prstGeom>
          <a:solidFill>
            <a:srgbClr val="FFC000"/>
          </a:solidFill>
          <a:ln>
            <a:solidFill>
              <a:srgbClr val="FFC000"/>
            </a:solidFill>
          </a:ln>
        </p:spPr>
        <p:txBody>
          <a:bodyPr lIns="50800" tIns="50800" rIns="50800" bIns="50800" rtlCol="0" anchor="ctr"/>
          <a:lstStyle/>
          <a:p>
            <a:pPr algn="ctr"/>
            <a:r>
              <a:rPr lang="en-US" sz="3600" b="1" dirty="0">
                <a:latin typeface="Arial" panose="020B0604020202020204" pitchFamily="34" charset="0"/>
                <a:cs typeface="Arial" panose="020B0604020202020204" pitchFamily="34" charset="0"/>
              </a:rPr>
              <a:t>MOTIVATION</a:t>
            </a:r>
          </a:p>
        </p:txBody>
      </p:sp>
      <p:sp>
        <p:nvSpPr>
          <p:cNvPr id="11" name="TextBox 10">
            <a:extLst>
              <a:ext uri="{FF2B5EF4-FFF2-40B4-BE49-F238E27FC236}">
                <a16:creationId xmlns:a16="http://schemas.microsoft.com/office/drawing/2014/main" id="{BA57EE87-A99F-F8FA-7813-0BCF62771F65}"/>
              </a:ext>
            </a:extLst>
          </p:cNvPr>
          <p:cNvSpPr txBox="1"/>
          <p:nvPr/>
        </p:nvSpPr>
        <p:spPr>
          <a:xfrm>
            <a:off x="340523" y="4266934"/>
            <a:ext cx="10583669" cy="3235181"/>
          </a:xfrm>
          <a:prstGeom prst="rect">
            <a:avLst/>
          </a:prstGeom>
          <a:noFill/>
        </p:spPr>
        <p:txBody>
          <a:bodyPr wrap="square">
            <a:spAutoFit/>
          </a:bodyPr>
          <a:lstStyle/>
          <a:p>
            <a:pPr algn="just">
              <a:lnSpc>
                <a:spcPct val="107000"/>
              </a:lnSpc>
              <a:spcAft>
                <a:spcPts val="800"/>
              </a:spcAft>
            </a:pPr>
            <a:r>
              <a:rPr lang="en-US" sz="3200" b="1" dirty="0"/>
              <a:t>	</a:t>
            </a:r>
            <a:r>
              <a:rPr lang="en-US" sz="3600" b="1" dirty="0"/>
              <a:t>Self-contro</a:t>
            </a:r>
            <a:r>
              <a:rPr lang="en-US" sz="3600" dirty="0"/>
              <a:t>l is a process consumers use to regulate feelings, thoughts and behavior in line with their long-term goals, rather than pursuing short-term goals. </a:t>
            </a:r>
          </a:p>
          <a:p>
            <a:pPr algn="just">
              <a:lnSpc>
                <a:spcPct val="107000"/>
              </a:lnSpc>
              <a:spcAft>
                <a:spcPts val="800"/>
              </a:spcAft>
            </a:pPr>
            <a:endParaRPr lang="en-US" sz="3600" dirty="0"/>
          </a:p>
          <a:p>
            <a:pPr algn="just">
              <a:lnSpc>
                <a:spcPct val="107000"/>
              </a:lnSpc>
              <a:spcAft>
                <a:spcPts val="800"/>
              </a:spcAft>
            </a:pPr>
            <a:r>
              <a:rPr lang="en-US" sz="3600" dirty="0"/>
              <a:t>	</a:t>
            </a:r>
            <a:endParaRPr lang="en-PH" sz="36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0" name="Picture 9">
            <a:extLst>
              <a:ext uri="{FF2B5EF4-FFF2-40B4-BE49-F238E27FC236}">
                <a16:creationId xmlns:a16="http://schemas.microsoft.com/office/drawing/2014/main" id="{0B8783BC-A407-EB70-63DD-BF6E36785B86}"/>
              </a:ext>
            </a:extLst>
          </p:cNvPr>
          <p:cNvPicPr>
            <a:picLocks noChangeAspect="1"/>
          </p:cNvPicPr>
          <p:nvPr/>
        </p:nvPicPr>
        <p:blipFill>
          <a:blip r:embed="rId6"/>
          <a:stretch>
            <a:fillRect/>
          </a:stretch>
        </p:blipFill>
        <p:spPr>
          <a:xfrm>
            <a:off x="11688251" y="2476500"/>
            <a:ext cx="5334000" cy="5334000"/>
          </a:xfrm>
          <a:prstGeom prst="rect">
            <a:avLst/>
          </a:prstGeom>
        </p:spPr>
      </p:pic>
    </p:spTree>
    <p:extLst>
      <p:ext uri="{BB962C8B-B14F-4D97-AF65-F5344CB8AC3E}">
        <p14:creationId xmlns:p14="http://schemas.microsoft.com/office/powerpoint/2010/main" val="12958644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E8068-F3DC-23EB-B15A-B6393D4C490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5E054A9-E968-DC91-85F1-4077E88EAF6C}"/>
              </a:ext>
            </a:extLst>
          </p:cNvPr>
          <p:cNvSpPr/>
          <p:nvPr/>
        </p:nvSpPr>
        <p:spPr>
          <a:xfrm>
            <a:off x="0" y="-11061"/>
            <a:ext cx="6096000" cy="114300"/>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Rectangle 2">
            <a:extLst>
              <a:ext uri="{FF2B5EF4-FFF2-40B4-BE49-F238E27FC236}">
                <a16:creationId xmlns:a16="http://schemas.microsoft.com/office/drawing/2014/main" id="{A80AA7FE-EC84-4578-3C35-948F2430BD18}"/>
              </a:ext>
            </a:extLst>
          </p:cNvPr>
          <p:cNvSpPr/>
          <p:nvPr/>
        </p:nvSpPr>
        <p:spPr>
          <a:xfrm>
            <a:off x="6248400" y="0"/>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 name="Rectangle 3">
            <a:extLst>
              <a:ext uri="{FF2B5EF4-FFF2-40B4-BE49-F238E27FC236}">
                <a16:creationId xmlns:a16="http://schemas.microsoft.com/office/drawing/2014/main" id="{CEAE264A-18C5-10C3-2B35-6AC0BB4B5CD4}"/>
              </a:ext>
            </a:extLst>
          </p:cNvPr>
          <p:cNvSpPr/>
          <p:nvPr/>
        </p:nvSpPr>
        <p:spPr>
          <a:xfrm>
            <a:off x="12344400" y="0"/>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 name="Rectangle 4">
            <a:extLst>
              <a:ext uri="{FF2B5EF4-FFF2-40B4-BE49-F238E27FC236}">
                <a16:creationId xmlns:a16="http://schemas.microsoft.com/office/drawing/2014/main" id="{E89FE1E9-1D6E-7EA5-6954-8DC373DD1C50}"/>
              </a:ext>
            </a:extLst>
          </p:cNvPr>
          <p:cNvSpPr/>
          <p:nvPr/>
        </p:nvSpPr>
        <p:spPr>
          <a:xfrm>
            <a:off x="0" y="10154265"/>
            <a:ext cx="6096000" cy="114300"/>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6" name="Rectangle 5">
            <a:extLst>
              <a:ext uri="{FF2B5EF4-FFF2-40B4-BE49-F238E27FC236}">
                <a16:creationId xmlns:a16="http://schemas.microsoft.com/office/drawing/2014/main" id="{118DD3ED-F495-B302-4267-18B056489D11}"/>
              </a:ext>
            </a:extLst>
          </p:cNvPr>
          <p:cNvSpPr/>
          <p:nvPr/>
        </p:nvSpPr>
        <p:spPr>
          <a:xfrm>
            <a:off x="6248400" y="10165326"/>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 name="Rectangle 6">
            <a:extLst>
              <a:ext uri="{FF2B5EF4-FFF2-40B4-BE49-F238E27FC236}">
                <a16:creationId xmlns:a16="http://schemas.microsoft.com/office/drawing/2014/main" id="{3A5FCA63-DF0D-3E12-6DF0-74115FB3FA40}"/>
              </a:ext>
            </a:extLst>
          </p:cNvPr>
          <p:cNvSpPr/>
          <p:nvPr/>
        </p:nvSpPr>
        <p:spPr>
          <a:xfrm>
            <a:off x="12344400" y="10165326"/>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nvGrpSpPr>
          <p:cNvPr id="14" name="Group 30">
            <a:extLst>
              <a:ext uri="{FF2B5EF4-FFF2-40B4-BE49-F238E27FC236}">
                <a16:creationId xmlns:a16="http://schemas.microsoft.com/office/drawing/2014/main" id="{9CD9A0C5-D062-D4C7-6691-51A11BCBDA22}"/>
              </a:ext>
            </a:extLst>
          </p:cNvPr>
          <p:cNvGrpSpPr/>
          <p:nvPr/>
        </p:nvGrpSpPr>
        <p:grpSpPr>
          <a:xfrm>
            <a:off x="-172611" y="9338569"/>
            <a:ext cx="3930275" cy="891767"/>
            <a:chOff x="0" y="0"/>
            <a:chExt cx="5240366" cy="1189023"/>
          </a:xfrm>
        </p:grpSpPr>
        <p:sp>
          <p:nvSpPr>
            <p:cNvPr id="15" name="Freeform 31">
              <a:extLst>
                <a:ext uri="{FF2B5EF4-FFF2-40B4-BE49-F238E27FC236}">
                  <a16:creationId xmlns:a16="http://schemas.microsoft.com/office/drawing/2014/main" id="{FF3AB756-494F-4C49-36B4-584C10414875}"/>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2"/>
              <a:stretch>
                <a:fillRect b="-39747"/>
              </a:stretch>
            </a:blipFill>
          </p:spPr>
        </p:sp>
        <p:sp>
          <p:nvSpPr>
            <p:cNvPr id="16" name="Freeform 32">
              <a:extLst>
                <a:ext uri="{FF2B5EF4-FFF2-40B4-BE49-F238E27FC236}">
                  <a16:creationId xmlns:a16="http://schemas.microsoft.com/office/drawing/2014/main" id="{0A1CD468-D4AA-4B70-2B14-C248F1A7B79E}"/>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3"/>
              <a:stretch>
                <a:fillRect/>
              </a:stretch>
            </a:blipFill>
          </p:spPr>
        </p:sp>
        <p:sp>
          <p:nvSpPr>
            <p:cNvPr id="17" name="Freeform 33">
              <a:extLst>
                <a:ext uri="{FF2B5EF4-FFF2-40B4-BE49-F238E27FC236}">
                  <a16:creationId xmlns:a16="http://schemas.microsoft.com/office/drawing/2014/main" id="{6777F7AA-A3F9-E798-7BD6-FE853D6D06A4}"/>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4"/>
              <a:stretch>
                <a:fillRect/>
              </a:stretch>
            </a:blipFill>
          </p:spPr>
        </p:sp>
        <p:sp>
          <p:nvSpPr>
            <p:cNvPr id="18" name="Freeform 34">
              <a:extLst>
                <a:ext uri="{FF2B5EF4-FFF2-40B4-BE49-F238E27FC236}">
                  <a16:creationId xmlns:a16="http://schemas.microsoft.com/office/drawing/2014/main" id="{F5C4161E-ADDC-806F-5C09-8366484F0268}"/>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5"/>
              <a:stretch>
                <a:fillRect/>
              </a:stretch>
            </a:blipFill>
          </p:spPr>
        </p:sp>
      </p:grpSp>
      <p:grpSp>
        <p:nvGrpSpPr>
          <p:cNvPr id="19" name="Group 30">
            <a:extLst>
              <a:ext uri="{FF2B5EF4-FFF2-40B4-BE49-F238E27FC236}">
                <a16:creationId xmlns:a16="http://schemas.microsoft.com/office/drawing/2014/main" id="{1752B685-590D-9987-D29A-0DEA589EB419}"/>
              </a:ext>
            </a:extLst>
          </p:cNvPr>
          <p:cNvGrpSpPr/>
          <p:nvPr/>
        </p:nvGrpSpPr>
        <p:grpSpPr>
          <a:xfrm>
            <a:off x="3597937" y="9326382"/>
            <a:ext cx="3930275" cy="891767"/>
            <a:chOff x="0" y="0"/>
            <a:chExt cx="5240366" cy="1189023"/>
          </a:xfrm>
        </p:grpSpPr>
        <p:sp>
          <p:nvSpPr>
            <p:cNvPr id="20" name="Freeform 31">
              <a:extLst>
                <a:ext uri="{FF2B5EF4-FFF2-40B4-BE49-F238E27FC236}">
                  <a16:creationId xmlns:a16="http://schemas.microsoft.com/office/drawing/2014/main" id="{35D3B202-50C0-9AF9-2ED4-E48CD2681625}"/>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2"/>
              <a:stretch>
                <a:fillRect b="-39747"/>
              </a:stretch>
            </a:blipFill>
          </p:spPr>
        </p:sp>
        <p:sp>
          <p:nvSpPr>
            <p:cNvPr id="21" name="Freeform 32">
              <a:extLst>
                <a:ext uri="{FF2B5EF4-FFF2-40B4-BE49-F238E27FC236}">
                  <a16:creationId xmlns:a16="http://schemas.microsoft.com/office/drawing/2014/main" id="{88E2F924-7351-4BC3-EC51-C7C87E7769CB}"/>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3"/>
              <a:stretch>
                <a:fillRect/>
              </a:stretch>
            </a:blipFill>
          </p:spPr>
        </p:sp>
        <p:sp>
          <p:nvSpPr>
            <p:cNvPr id="22" name="Freeform 33">
              <a:extLst>
                <a:ext uri="{FF2B5EF4-FFF2-40B4-BE49-F238E27FC236}">
                  <a16:creationId xmlns:a16="http://schemas.microsoft.com/office/drawing/2014/main" id="{040D9E08-9EEA-03BB-0089-51EA27721D2C}"/>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4"/>
              <a:stretch>
                <a:fillRect/>
              </a:stretch>
            </a:blipFill>
          </p:spPr>
        </p:sp>
        <p:sp>
          <p:nvSpPr>
            <p:cNvPr id="23" name="Freeform 34">
              <a:extLst>
                <a:ext uri="{FF2B5EF4-FFF2-40B4-BE49-F238E27FC236}">
                  <a16:creationId xmlns:a16="http://schemas.microsoft.com/office/drawing/2014/main" id="{305A83E8-82D7-8AE3-7A96-A1E6E2B96166}"/>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5"/>
              <a:stretch>
                <a:fillRect/>
              </a:stretch>
            </a:blipFill>
          </p:spPr>
        </p:sp>
      </p:grpSp>
      <p:grpSp>
        <p:nvGrpSpPr>
          <p:cNvPr id="24" name="Group 30">
            <a:extLst>
              <a:ext uri="{FF2B5EF4-FFF2-40B4-BE49-F238E27FC236}">
                <a16:creationId xmlns:a16="http://schemas.microsoft.com/office/drawing/2014/main" id="{1D737BE7-0DF7-25AB-B83D-2EA6874A1181}"/>
              </a:ext>
            </a:extLst>
          </p:cNvPr>
          <p:cNvGrpSpPr/>
          <p:nvPr/>
        </p:nvGrpSpPr>
        <p:grpSpPr>
          <a:xfrm>
            <a:off x="7418962" y="9257303"/>
            <a:ext cx="3930275" cy="891767"/>
            <a:chOff x="0" y="0"/>
            <a:chExt cx="5240366" cy="1189023"/>
          </a:xfrm>
        </p:grpSpPr>
        <p:sp>
          <p:nvSpPr>
            <p:cNvPr id="25" name="Freeform 31">
              <a:extLst>
                <a:ext uri="{FF2B5EF4-FFF2-40B4-BE49-F238E27FC236}">
                  <a16:creationId xmlns:a16="http://schemas.microsoft.com/office/drawing/2014/main" id="{B6AA54A7-A6DE-1EDF-355B-4E440AA6CA5D}"/>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2"/>
              <a:stretch>
                <a:fillRect b="-39747"/>
              </a:stretch>
            </a:blipFill>
          </p:spPr>
        </p:sp>
        <p:sp>
          <p:nvSpPr>
            <p:cNvPr id="26" name="Freeform 32">
              <a:extLst>
                <a:ext uri="{FF2B5EF4-FFF2-40B4-BE49-F238E27FC236}">
                  <a16:creationId xmlns:a16="http://schemas.microsoft.com/office/drawing/2014/main" id="{C8271A6E-D130-FA73-3C8B-6AF28FE2BCC9}"/>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3"/>
              <a:stretch>
                <a:fillRect/>
              </a:stretch>
            </a:blipFill>
          </p:spPr>
        </p:sp>
        <p:sp>
          <p:nvSpPr>
            <p:cNvPr id="27" name="Freeform 33">
              <a:extLst>
                <a:ext uri="{FF2B5EF4-FFF2-40B4-BE49-F238E27FC236}">
                  <a16:creationId xmlns:a16="http://schemas.microsoft.com/office/drawing/2014/main" id="{DF368CF8-EC92-ECD8-13C2-A96A2E12536F}"/>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4"/>
              <a:stretch>
                <a:fillRect/>
              </a:stretch>
            </a:blipFill>
          </p:spPr>
        </p:sp>
        <p:sp>
          <p:nvSpPr>
            <p:cNvPr id="28" name="Freeform 34">
              <a:extLst>
                <a:ext uri="{FF2B5EF4-FFF2-40B4-BE49-F238E27FC236}">
                  <a16:creationId xmlns:a16="http://schemas.microsoft.com/office/drawing/2014/main" id="{53F11774-E4F8-4A9D-E35D-20902112B9ED}"/>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5"/>
              <a:stretch>
                <a:fillRect/>
              </a:stretch>
            </a:blipFill>
          </p:spPr>
        </p:sp>
      </p:grpSp>
      <p:grpSp>
        <p:nvGrpSpPr>
          <p:cNvPr id="29" name="Group 30">
            <a:extLst>
              <a:ext uri="{FF2B5EF4-FFF2-40B4-BE49-F238E27FC236}">
                <a16:creationId xmlns:a16="http://schemas.microsoft.com/office/drawing/2014/main" id="{102BCE8D-F1FC-B379-841A-0A968570449B}"/>
              </a:ext>
            </a:extLst>
          </p:cNvPr>
          <p:cNvGrpSpPr/>
          <p:nvPr/>
        </p:nvGrpSpPr>
        <p:grpSpPr>
          <a:xfrm>
            <a:off x="11189510" y="9264956"/>
            <a:ext cx="3930275" cy="891767"/>
            <a:chOff x="0" y="0"/>
            <a:chExt cx="5240366" cy="1189023"/>
          </a:xfrm>
        </p:grpSpPr>
        <p:sp>
          <p:nvSpPr>
            <p:cNvPr id="30" name="Freeform 31">
              <a:extLst>
                <a:ext uri="{FF2B5EF4-FFF2-40B4-BE49-F238E27FC236}">
                  <a16:creationId xmlns:a16="http://schemas.microsoft.com/office/drawing/2014/main" id="{8F7BB030-A544-7E70-6822-8A508E7D90AB}"/>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2"/>
              <a:stretch>
                <a:fillRect b="-39747"/>
              </a:stretch>
            </a:blipFill>
          </p:spPr>
        </p:sp>
        <p:sp>
          <p:nvSpPr>
            <p:cNvPr id="31" name="Freeform 32">
              <a:extLst>
                <a:ext uri="{FF2B5EF4-FFF2-40B4-BE49-F238E27FC236}">
                  <a16:creationId xmlns:a16="http://schemas.microsoft.com/office/drawing/2014/main" id="{C6380C20-D1BC-ACD7-FC6F-FC52DADC5EDA}"/>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3"/>
              <a:stretch>
                <a:fillRect/>
              </a:stretch>
            </a:blipFill>
          </p:spPr>
        </p:sp>
        <p:sp>
          <p:nvSpPr>
            <p:cNvPr id="32" name="Freeform 33">
              <a:extLst>
                <a:ext uri="{FF2B5EF4-FFF2-40B4-BE49-F238E27FC236}">
                  <a16:creationId xmlns:a16="http://schemas.microsoft.com/office/drawing/2014/main" id="{7C73A0F5-A00C-DC36-0493-7C156E9EBF5D}"/>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4"/>
              <a:stretch>
                <a:fillRect/>
              </a:stretch>
            </a:blipFill>
          </p:spPr>
        </p:sp>
        <p:sp>
          <p:nvSpPr>
            <p:cNvPr id="33" name="Freeform 34">
              <a:extLst>
                <a:ext uri="{FF2B5EF4-FFF2-40B4-BE49-F238E27FC236}">
                  <a16:creationId xmlns:a16="http://schemas.microsoft.com/office/drawing/2014/main" id="{7A2ED093-BA76-3E11-7E76-CF29D5FF297F}"/>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5"/>
              <a:stretch>
                <a:fillRect/>
              </a:stretch>
            </a:blipFill>
          </p:spPr>
        </p:sp>
      </p:grpSp>
      <p:grpSp>
        <p:nvGrpSpPr>
          <p:cNvPr id="34" name="Group 30">
            <a:extLst>
              <a:ext uri="{FF2B5EF4-FFF2-40B4-BE49-F238E27FC236}">
                <a16:creationId xmlns:a16="http://schemas.microsoft.com/office/drawing/2014/main" id="{E3555CFE-3F30-F9A9-E51B-30EADD1F8521}"/>
              </a:ext>
            </a:extLst>
          </p:cNvPr>
          <p:cNvGrpSpPr/>
          <p:nvPr/>
        </p:nvGrpSpPr>
        <p:grpSpPr>
          <a:xfrm>
            <a:off x="14849554" y="9299398"/>
            <a:ext cx="3930275" cy="891767"/>
            <a:chOff x="0" y="0"/>
            <a:chExt cx="5240366" cy="1189023"/>
          </a:xfrm>
        </p:grpSpPr>
        <p:sp>
          <p:nvSpPr>
            <p:cNvPr id="35" name="Freeform 31">
              <a:extLst>
                <a:ext uri="{FF2B5EF4-FFF2-40B4-BE49-F238E27FC236}">
                  <a16:creationId xmlns:a16="http://schemas.microsoft.com/office/drawing/2014/main" id="{B792E0CC-2DE8-6E25-BBD7-C890F3790ED0}"/>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2"/>
              <a:stretch>
                <a:fillRect b="-39747"/>
              </a:stretch>
            </a:blipFill>
          </p:spPr>
        </p:sp>
        <p:sp>
          <p:nvSpPr>
            <p:cNvPr id="36" name="Freeform 32">
              <a:extLst>
                <a:ext uri="{FF2B5EF4-FFF2-40B4-BE49-F238E27FC236}">
                  <a16:creationId xmlns:a16="http://schemas.microsoft.com/office/drawing/2014/main" id="{E95981BA-2C30-84D5-8039-130C02EDD48E}"/>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3"/>
              <a:stretch>
                <a:fillRect/>
              </a:stretch>
            </a:blipFill>
          </p:spPr>
        </p:sp>
        <p:sp>
          <p:nvSpPr>
            <p:cNvPr id="37" name="Freeform 33">
              <a:extLst>
                <a:ext uri="{FF2B5EF4-FFF2-40B4-BE49-F238E27FC236}">
                  <a16:creationId xmlns:a16="http://schemas.microsoft.com/office/drawing/2014/main" id="{3EB42DBD-AE01-2F4B-C1DB-6F873A7335DC}"/>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4"/>
              <a:stretch>
                <a:fillRect/>
              </a:stretch>
            </a:blipFill>
          </p:spPr>
        </p:sp>
        <p:sp>
          <p:nvSpPr>
            <p:cNvPr id="38" name="Freeform 34">
              <a:extLst>
                <a:ext uri="{FF2B5EF4-FFF2-40B4-BE49-F238E27FC236}">
                  <a16:creationId xmlns:a16="http://schemas.microsoft.com/office/drawing/2014/main" id="{5E4938F6-96F1-9B05-2A40-140CA0A9823C}"/>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5"/>
              <a:stretch>
                <a:fillRect/>
              </a:stretch>
            </a:blipFill>
          </p:spPr>
        </p:sp>
      </p:grpSp>
      <p:sp>
        <p:nvSpPr>
          <p:cNvPr id="8" name="Freeform 17">
            <a:extLst>
              <a:ext uri="{FF2B5EF4-FFF2-40B4-BE49-F238E27FC236}">
                <a16:creationId xmlns:a16="http://schemas.microsoft.com/office/drawing/2014/main" id="{352DE2AF-D914-A013-F3B9-DE3745694567}"/>
              </a:ext>
            </a:extLst>
          </p:cNvPr>
          <p:cNvSpPr/>
          <p:nvPr/>
        </p:nvSpPr>
        <p:spPr>
          <a:xfrm>
            <a:off x="326130" y="521285"/>
            <a:ext cx="9351270" cy="1529042"/>
          </a:xfrm>
          <a:custGeom>
            <a:avLst/>
            <a:gdLst/>
            <a:ahLst/>
            <a:cxnLst/>
            <a:rect l="l" t="t" r="r" b="b"/>
            <a:pathLst>
              <a:path w="3432585" h="571910">
                <a:moveTo>
                  <a:pt x="30295" y="0"/>
                </a:moveTo>
                <a:lnTo>
                  <a:pt x="3402290" y="0"/>
                </a:lnTo>
                <a:cubicBezTo>
                  <a:pt x="3410325" y="0"/>
                  <a:pt x="3418031" y="3192"/>
                  <a:pt x="3423712" y="8873"/>
                </a:cubicBezTo>
                <a:cubicBezTo>
                  <a:pt x="3429393" y="14555"/>
                  <a:pt x="3432585" y="22260"/>
                  <a:pt x="3432585" y="30295"/>
                </a:cubicBezTo>
                <a:lnTo>
                  <a:pt x="3432585" y="541615"/>
                </a:lnTo>
                <a:cubicBezTo>
                  <a:pt x="3432585" y="558347"/>
                  <a:pt x="3419022" y="571910"/>
                  <a:pt x="3402290" y="571910"/>
                </a:cubicBezTo>
                <a:lnTo>
                  <a:pt x="30295" y="571910"/>
                </a:lnTo>
                <a:cubicBezTo>
                  <a:pt x="22260" y="571910"/>
                  <a:pt x="14555" y="568719"/>
                  <a:pt x="8873" y="563037"/>
                </a:cubicBezTo>
                <a:cubicBezTo>
                  <a:pt x="3192" y="557356"/>
                  <a:pt x="0" y="549650"/>
                  <a:pt x="0" y="541615"/>
                </a:cubicBezTo>
                <a:lnTo>
                  <a:pt x="0" y="30295"/>
                </a:lnTo>
                <a:cubicBezTo>
                  <a:pt x="0" y="22260"/>
                  <a:pt x="3192" y="14555"/>
                  <a:pt x="8873" y="8873"/>
                </a:cubicBezTo>
                <a:cubicBezTo>
                  <a:pt x="14555" y="3192"/>
                  <a:pt x="22260" y="0"/>
                  <a:pt x="30295" y="0"/>
                </a:cubicBezTo>
                <a:close/>
              </a:path>
            </a:pathLst>
          </a:custGeom>
          <a:solidFill>
            <a:schemeClr val="accent6">
              <a:lumMod val="75000"/>
            </a:schemeClr>
          </a:solidFill>
          <a:ln w="66675" cap="rnd">
            <a:solidFill>
              <a:schemeClr val="accent6">
                <a:lumMod val="75000"/>
              </a:schemeClr>
            </a:solidFill>
            <a:prstDash val="solid"/>
            <a:round/>
          </a:ln>
        </p:spPr>
      </p:sp>
      <p:sp>
        <p:nvSpPr>
          <p:cNvPr id="9" name="TextBox 18">
            <a:extLst>
              <a:ext uri="{FF2B5EF4-FFF2-40B4-BE49-F238E27FC236}">
                <a16:creationId xmlns:a16="http://schemas.microsoft.com/office/drawing/2014/main" id="{86F83C3F-C449-9173-12A4-BF669EF39A2A}"/>
              </a:ext>
            </a:extLst>
          </p:cNvPr>
          <p:cNvSpPr txBox="1"/>
          <p:nvPr/>
        </p:nvSpPr>
        <p:spPr>
          <a:xfrm>
            <a:off x="533400" y="647700"/>
            <a:ext cx="8801057" cy="1160626"/>
          </a:xfrm>
          <a:prstGeom prst="rect">
            <a:avLst/>
          </a:prstGeom>
          <a:solidFill>
            <a:srgbClr val="FFC000"/>
          </a:solidFill>
          <a:ln>
            <a:solidFill>
              <a:srgbClr val="FFC000"/>
            </a:solidFill>
          </a:ln>
        </p:spPr>
        <p:txBody>
          <a:bodyPr lIns="50800" tIns="50800" rIns="50800" bIns="50800" rtlCol="0" anchor="ctr"/>
          <a:lstStyle/>
          <a:p>
            <a:pPr algn="ctr"/>
            <a:r>
              <a:rPr lang="en-US" sz="3600" b="1" dirty="0">
                <a:latin typeface="Arial" panose="020B0604020202020204" pitchFamily="34" charset="0"/>
                <a:cs typeface="Arial" panose="020B0604020202020204" pitchFamily="34" charset="0"/>
              </a:rPr>
              <a:t>MOTIVATION</a:t>
            </a:r>
          </a:p>
        </p:txBody>
      </p:sp>
      <p:sp>
        <p:nvSpPr>
          <p:cNvPr id="11" name="TextBox 10">
            <a:extLst>
              <a:ext uri="{FF2B5EF4-FFF2-40B4-BE49-F238E27FC236}">
                <a16:creationId xmlns:a16="http://schemas.microsoft.com/office/drawing/2014/main" id="{84412361-7E61-6C75-4E24-54E4428DFCCB}"/>
              </a:ext>
            </a:extLst>
          </p:cNvPr>
          <p:cNvSpPr txBox="1"/>
          <p:nvPr/>
        </p:nvSpPr>
        <p:spPr>
          <a:xfrm>
            <a:off x="312932" y="2369407"/>
            <a:ext cx="9351270" cy="5013552"/>
          </a:xfrm>
          <a:prstGeom prst="rect">
            <a:avLst/>
          </a:prstGeom>
          <a:noFill/>
        </p:spPr>
        <p:txBody>
          <a:bodyPr wrap="square">
            <a:spAutoFit/>
          </a:bodyPr>
          <a:lstStyle/>
          <a:p>
            <a:pPr algn="just">
              <a:lnSpc>
                <a:spcPct val="107000"/>
              </a:lnSpc>
              <a:spcAft>
                <a:spcPts val="800"/>
              </a:spcAft>
            </a:pPr>
            <a:endParaRPr lang="en-US" sz="3600" dirty="0"/>
          </a:p>
          <a:p>
            <a:pPr algn="just">
              <a:lnSpc>
                <a:spcPct val="107000"/>
              </a:lnSpc>
              <a:spcAft>
                <a:spcPts val="800"/>
              </a:spcAft>
            </a:pPr>
            <a:r>
              <a:rPr lang="en-US" sz="3600" dirty="0"/>
              <a:t>	</a:t>
            </a:r>
            <a:r>
              <a:rPr lang="en-US" sz="3600" b="1" dirty="0"/>
              <a:t>Perceived Risk</a:t>
            </a:r>
            <a:r>
              <a:rPr lang="en-US" sz="3600" dirty="0"/>
              <a:t> is the extent to which the consumer anticipates negative consequences of an action by buying, using, or disposing of an offering to emerge and positive consequences to not emerge.</a:t>
            </a:r>
          </a:p>
          <a:p>
            <a:pPr algn="just">
              <a:lnSpc>
                <a:spcPct val="107000"/>
              </a:lnSpc>
              <a:spcAft>
                <a:spcPts val="800"/>
              </a:spcAft>
            </a:pPr>
            <a:r>
              <a:rPr lang="en-US" sz="3600" dirty="0"/>
              <a:t>	 Some types of perceived risk are financial, social, psychological and time.</a:t>
            </a:r>
            <a:endParaRPr lang="en-PH" sz="3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2" name="TextBox 11">
            <a:extLst>
              <a:ext uri="{FF2B5EF4-FFF2-40B4-BE49-F238E27FC236}">
                <a16:creationId xmlns:a16="http://schemas.microsoft.com/office/drawing/2014/main" id="{05E5729B-B829-5027-0232-CD4F62CFC897}"/>
              </a:ext>
            </a:extLst>
          </p:cNvPr>
          <p:cNvSpPr txBox="1"/>
          <p:nvPr/>
        </p:nvSpPr>
        <p:spPr>
          <a:xfrm>
            <a:off x="10211548" y="2121583"/>
            <a:ext cx="7828135" cy="5509200"/>
          </a:xfrm>
          <a:prstGeom prst="rect">
            <a:avLst/>
          </a:prstGeom>
          <a:noFill/>
        </p:spPr>
        <p:txBody>
          <a:bodyPr wrap="square">
            <a:spAutoFit/>
          </a:bodyPr>
          <a:lstStyle/>
          <a:p>
            <a:pPr algn="just"/>
            <a:r>
              <a:rPr lang="en-US" sz="3200" b="1" dirty="0"/>
              <a:t>Two components to perceived risk are:</a:t>
            </a:r>
          </a:p>
          <a:p>
            <a:pPr algn="just"/>
            <a:endParaRPr lang="en-US" sz="3200" b="1" dirty="0"/>
          </a:p>
          <a:p>
            <a:pPr marL="457200" indent="-457200" algn="just">
              <a:buFont typeface="Arial" panose="020B0604020202020204" pitchFamily="34" charset="0"/>
              <a:buChar char="•"/>
            </a:pPr>
            <a:r>
              <a:rPr lang="en-US" sz="3200" b="1" dirty="0"/>
              <a:t>Uncertainty component </a:t>
            </a:r>
            <a:r>
              <a:rPr lang="en-US" sz="3200" dirty="0"/>
              <a:t>- the anticipation of outcomes and how certain and uncertain these are</a:t>
            </a:r>
          </a:p>
          <a:p>
            <a:pPr marL="457200" indent="-457200" algn="just">
              <a:buFont typeface="Arial" panose="020B0604020202020204" pitchFamily="34" charset="0"/>
              <a:buChar char="•"/>
            </a:pPr>
            <a:r>
              <a:rPr lang="en-US" sz="3200" b="1" dirty="0"/>
              <a:t>Consequences component </a:t>
            </a:r>
            <a:r>
              <a:rPr lang="en-US" sz="3200" dirty="0"/>
              <a:t>- the negativity of the outcomes and how severe these are.</a:t>
            </a:r>
          </a:p>
          <a:p>
            <a:pPr algn="just"/>
            <a:endParaRPr lang="en-US" sz="3200" dirty="0"/>
          </a:p>
          <a:p>
            <a:pPr algn="just"/>
            <a:r>
              <a:rPr lang="en-US" sz="3200" b="1" dirty="0"/>
              <a:t>Inconsistency with attitudes </a:t>
            </a:r>
            <a:r>
              <a:rPr lang="en-US" sz="3200" dirty="0"/>
              <a:t>is the extent to which new information is consistent with previously acquired knowledge or attitude</a:t>
            </a:r>
            <a:endParaRPr lang="en-PH" sz="3200" dirty="0"/>
          </a:p>
        </p:txBody>
      </p:sp>
    </p:spTree>
    <p:extLst>
      <p:ext uri="{BB962C8B-B14F-4D97-AF65-F5344CB8AC3E}">
        <p14:creationId xmlns:p14="http://schemas.microsoft.com/office/powerpoint/2010/main" val="27424189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00E5D-1076-D645-426A-99629DC7FB1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F72909B-DC5F-9B0F-9E0F-17AF64E691E7}"/>
              </a:ext>
            </a:extLst>
          </p:cNvPr>
          <p:cNvSpPr/>
          <p:nvPr/>
        </p:nvSpPr>
        <p:spPr>
          <a:xfrm>
            <a:off x="0" y="-11061"/>
            <a:ext cx="6096000" cy="114300"/>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Rectangle 2">
            <a:extLst>
              <a:ext uri="{FF2B5EF4-FFF2-40B4-BE49-F238E27FC236}">
                <a16:creationId xmlns:a16="http://schemas.microsoft.com/office/drawing/2014/main" id="{D4FC9FA4-A957-B392-060E-FD73585B9963}"/>
              </a:ext>
            </a:extLst>
          </p:cNvPr>
          <p:cNvSpPr/>
          <p:nvPr/>
        </p:nvSpPr>
        <p:spPr>
          <a:xfrm>
            <a:off x="6248400" y="0"/>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 name="Rectangle 3">
            <a:extLst>
              <a:ext uri="{FF2B5EF4-FFF2-40B4-BE49-F238E27FC236}">
                <a16:creationId xmlns:a16="http://schemas.microsoft.com/office/drawing/2014/main" id="{1DA84CBC-E4BF-FFF6-F48B-F1A14018004D}"/>
              </a:ext>
            </a:extLst>
          </p:cNvPr>
          <p:cNvSpPr/>
          <p:nvPr/>
        </p:nvSpPr>
        <p:spPr>
          <a:xfrm>
            <a:off x="12344400" y="0"/>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 name="Rectangle 4">
            <a:extLst>
              <a:ext uri="{FF2B5EF4-FFF2-40B4-BE49-F238E27FC236}">
                <a16:creationId xmlns:a16="http://schemas.microsoft.com/office/drawing/2014/main" id="{78940699-7931-94A0-27F9-D4FBB8144992}"/>
              </a:ext>
            </a:extLst>
          </p:cNvPr>
          <p:cNvSpPr/>
          <p:nvPr/>
        </p:nvSpPr>
        <p:spPr>
          <a:xfrm>
            <a:off x="0" y="10154265"/>
            <a:ext cx="6096000" cy="114300"/>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6" name="Rectangle 5">
            <a:extLst>
              <a:ext uri="{FF2B5EF4-FFF2-40B4-BE49-F238E27FC236}">
                <a16:creationId xmlns:a16="http://schemas.microsoft.com/office/drawing/2014/main" id="{F338DB94-AF37-E195-9A89-037FEC9C9960}"/>
              </a:ext>
            </a:extLst>
          </p:cNvPr>
          <p:cNvSpPr/>
          <p:nvPr/>
        </p:nvSpPr>
        <p:spPr>
          <a:xfrm>
            <a:off x="6248400" y="10165326"/>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 name="Rectangle 6">
            <a:extLst>
              <a:ext uri="{FF2B5EF4-FFF2-40B4-BE49-F238E27FC236}">
                <a16:creationId xmlns:a16="http://schemas.microsoft.com/office/drawing/2014/main" id="{E543BBC9-2652-256A-5A19-503FFC0D9BE9}"/>
              </a:ext>
            </a:extLst>
          </p:cNvPr>
          <p:cNvSpPr/>
          <p:nvPr/>
        </p:nvSpPr>
        <p:spPr>
          <a:xfrm>
            <a:off x="12344400" y="10165326"/>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nvGrpSpPr>
          <p:cNvPr id="14" name="Group 30">
            <a:extLst>
              <a:ext uri="{FF2B5EF4-FFF2-40B4-BE49-F238E27FC236}">
                <a16:creationId xmlns:a16="http://schemas.microsoft.com/office/drawing/2014/main" id="{B8CD1636-54E4-BD07-B8C2-E8B9356A317D}"/>
              </a:ext>
            </a:extLst>
          </p:cNvPr>
          <p:cNvGrpSpPr/>
          <p:nvPr/>
        </p:nvGrpSpPr>
        <p:grpSpPr>
          <a:xfrm>
            <a:off x="-172611" y="9338569"/>
            <a:ext cx="3930275" cy="891767"/>
            <a:chOff x="0" y="0"/>
            <a:chExt cx="5240366" cy="1189023"/>
          </a:xfrm>
        </p:grpSpPr>
        <p:sp>
          <p:nvSpPr>
            <p:cNvPr id="15" name="Freeform 31">
              <a:extLst>
                <a:ext uri="{FF2B5EF4-FFF2-40B4-BE49-F238E27FC236}">
                  <a16:creationId xmlns:a16="http://schemas.microsoft.com/office/drawing/2014/main" id="{CF4FB9A6-8A53-C824-1B69-31303F92A718}"/>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2"/>
              <a:stretch>
                <a:fillRect b="-39747"/>
              </a:stretch>
            </a:blipFill>
          </p:spPr>
        </p:sp>
        <p:sp>
          <p:nvSpPr>
            <p:cNvPr id="16" name="Freeform 32">
              <a:extLst>
                <a:ext uri="{FF2B5EF4-FFF2-40B4-BE49-F238E27FC236}">
                  <a16:creationId xmlns:a16="http://schemas.microsoft.com/office/drawing/2014/main" id="{8F543780-D708-A700-ECB8-AC2BA5293FB8}"/>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3"/>
              <a:stretch>
                <a:fillRect/>
              </a:stretch>
            </a:blipFill>
          </p:spPr>
        </p:sp>
        <p:sp>
          <p:nvSpPr>
            <p:cNvPr id="17" name="Freeform 33">
              <a:extLst>
                <a:ext uri="{FF2B5EF4-FFF2-40B4-BE49-F238E27FC236}">
                  <a16:creationId xmlns:a16="http://schemas.microsoft.com/office/drawing/2014/main" id="{74281CEA-1219-0642-50F7-CA74E01C25A0}"/>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4"/>
              <a:stretch>
                <a:fillRect/>
              </a:stretch>
            </a:blipFill>
          </p:spPr>
        </p:sp>
        <p:sp>
          <p:nvSpPr>
            <p:cNvPr id="18" name="Freeform 34">
              <a:extLst>
                <a:ext uri="{FF2B5EF4-FFF2-40B4-BE49-F238E27FC236}">
                  <a16:creationId xmlns:a16="http://schemas.microsoft.com/office/drawing/2014/main" id="{F41EA19C-9F36-DD9A-2082-81DE7D8704F7}"/>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5"/>
              <a:stretch>
                <a:fillRect/>
              </a:stretch>
            </a:blipFill>
          </p:spPr>
        </p:sp>
      </p:grpSp>
      <p:grpSp>
        <p:nvGrpSpPr>
          <p:cNvPr id="19" name="Group 30">
            <a:extLst>
              <a:ext uri="{FF2B5EF4-FFF2-40B4-BE49-F238E27FC236}">
                <a16:creationId xmlns:a16="http://schemas.microsoft.com/office/drawing/2014/main" id="{7C42B8B8-3F0F-FFBA-0287-544EF927A381}"/>
              </a:ext>
            </a:extLst>
          </p:cNvPr>
          <p:cNvGrpSpPr/>
          <p:nvPr/>
        </p:nvGrpSpPr>
        <p:grpSpPr>
          <a:xfrm>
            <a:off x="3597937" y="9326382"/>
            <a:ext cx="3930275" cy="891767"/>
            <a:chOff x="0" y="0"/>
            <a:chExt cx="5240366" cy="1189023"/>
          </a:xfrm>
        </p:grpSpPr>
        <p:sp>
          <p:nvSpPr>
            <p:cNvPr id="20" name="Freeform 31">
              <a:extLst>
                <a:ext uri="{FF2B5EF4-FFF2-40B4-BE49-F238E27FC236}">
                  <a16:creationId xmlns:a16="http://schemas.microsoft.com/office/drawing/2014/main" id="{CABC3FDA-FC42-607D-3CFC-8AE960CA6D7D}"/>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2"/>
              <a:stretch>
                <a:fillRect b="-39747"/>
              </a:stretch>
            </a:blipFill>
          </p:spPr>
        </p:sp>
        <p:sp>
          <p:nvSpPr>
            <p:cNvPr id="21" name="Freeform 32">
              <a:extLst>
                <a:ext uri="{FF2B5EF4-FFF2-40B4-BE49-F238E27FC236}">
                  <a16:creationId xmlns:a16="http://schemas.microsoft.com/office/drawing/2014/main" id="{FDA9C0E0-9F35-DB9D-7BAE-51F731578800}"/>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3"/>
              <a:stretch>
                <a:fillRect/>
              </a:stretch>
            </a:blipFill>
          </p:spPr>
        </p:sp>
        <p:sp>
          <p:nvSpPr>
            <p:cNvPr id="22" name="Freeform 33">
              <a:extLst>
                <a:ext uri="{FF2B5EF4-FFF2-40B4-BE49-F238E27FC236}">
                  <a16:creationId xmlns:a16="http://schemas.microsoft.com/office/drawing/2014/main" id="{F2C5D640-C07F-3C37-B2DF-DBA13F555688}"/>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4"/>
              <a:stretch>
                <a:fillRect/>
              </a:stretch>
            </a:blipFill>
          </p:spPr>
        </p:sp>
        <p:sp>
          <p:nvSpPr>
            <p:cNvPr id="23" name="Freeform 34">
              <a:extLst>
                <a:ext uri="{FF2B5EF4-FFF2-40B4-BE49-F238E27FC236}">
                  <a16:creationId xmlns:a16="http://schemas.microsoft.com/office/drawing/2014/main" id="{A82E6319-E883-12A3-E63D-475076DCC54B}"/>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5"/>
              <a:stretch>
                <a:fillRect/>
              </a:stretch>
            </a:blipFill>
          </p:spPr>
        </p:sp>
      </p:grpSp>
      <p:grpSp>
        <p:nvGrpSpPr>
          <p:cNvPr id="24" name="Group 30">
            <a:extLst>
              <a:ext uri="{FF2B5EF4-FFF2-40B4-BE49-F238E27FC236}">
                <a16:creationId xmlns:a16="http://schemas.microsoft.com/office/drawing/2014/main" id="{34EA2C53-16C8-6D7F-0AE9-46195304D18D}"/>
              </a:ext>
            </a:extLst>
          </p:cNvPr>
          <p:cNvGrpSpPr/>
          <p:nvPr/>
        </p:nvGrpSpPr>
        <p:grpSpPr>
          <a:xfrm>
            <a:off x="7418962" y="9257303"/>
            <a:ext cx="3930275" cy="891767"/>
            <a:chOff x="0" y="0"/>
            <a:chExt cx="5240366" cy="1189023"/>
          </a:xfrm>
        </p:grpSpPr>
        <p:sp>
          <p:nvSpPr>
            <p:cNvPr id="25" name="Freeform 31">
              <a:extLst>
                <a:ext uri="{FF2B5EF4-FFF2-40B4-BE49-F238E27FC236}">
                  <a16:creationId xmlns:a16="http://schemas.microsoft.com/office/drawing/2014/main" id="{A51A5218-3C6A-BA52-8A3C-FD1D014AA598}"/>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2"/>
              <a:stretch>
                <a:fillRect b="-39747"/>
              </a:stretch>
            </a:blipFill>
          </p:spPr>
        </p:sp>
        <p:sp>
          <p:nvSpPr>
            <p:cNvPr id="26" name="Freeform 32">
              <a:extLst>
                <a:ext uri="{FF2B5EF4-FFF2-40B4-BE49-F238E27FC236}">
                  <a16:creationId xmlns:a16="http://schemas.microsoft.com/office/drawing/2014/main" id="{DC166C31-FF3D-8B38-A29C-4C84EC069263}"/>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3"/>
              <a:stretch>
                <a:fillRect/>
              </a:stretch>
            </a:blipFill>
          </p:spPr>
        </p:sp>
        <p:sp>
          <p:nvSpPr>
            <p:cNvPr id="27" name="Freeform 33">
              <a:extLst>
                <a:ext uri="{FF2B5EF4-FFF2-40B4-BE49-F238E27FC236}">
                  <a16:creationId xmlns:a16="http://schemas.microsoft.com/office/drawing/2014/main" id="{C156B411-FB24-1952-866E-D8A14D924BA3}"/>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4"/>
              <a:stretch>
                <a:fillRect/>
              </a:stretch>
            </a:blipFill>
          </p:spPr>
        </p:sp>
        <p:sp>
          <p:nvSpPr>
            <p:cNvPr id="28" name="Freeform 34">
              <a:extLst>
                <a:ext uri="{FF2B5EF4-FFF2-40B4-BE49-F238E27FC236}">
                  <a16:creationId xmlns:a16="http://schemas.microsoft.com/office/drawing/2014/main" id="{63855FB0-FAC7-EFA7-C76B-9D45959B5D71}"/>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5"/>
              <a:stretch>
                <a:fillRect/>
              </a:stretch>
            </a:blipFill>
          </p:spPr>
        </p:sp>
      </p:grpSp>
      <p:grpSp>
        <p:nvGrpSpPr>
          <p:cNvPr id="29" name="Group 30">
            <a:extLst>
              <a:ext uri="{FF2B5EF4-FFF2-40B4-BE49-F238E27FC236}">
                <a16:creationId xmlns:a16="http://schemas.microsoft.com/office/drawing/2014/main" id="{AB7E6ABF-DCA0-AC33-D6AD-CEC6CA2A945A}"/>
              </a:ext>
            </a:extLst>
          </p:cNvPr>
          <p:cNvGrpSpPr/>
          <p:nvPr/>
        </p:nvGrpSpPr>
        <p:grpSpPr>
          <a:xfrm>
            <a:off x="11189510" y="9264956"/>
            <a:ext cx="3930275" cy="891767"/>
            <a:chOff x="0" y="0"/>
            <a:chExt cx="5240366" cy="1189023"/>
          </a:xfrm>
        </p:grpSpPr>
        <p:sp>
          <p:nvSpPr>
            <p:cNvPr id="30" name="Freeform 31">
              <a:extLst>
                <a:ext uri="{FF2B5EF4-FFF2-40B4-BE49-F238E27FC236}">
                  <a16:creationId xmlns:a16="http://schemas.microsoft.com/office/drawing/2014/main" id="{6D9010DA-0840-8EB8-FF34-F0B51A4F4E64}"/>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2"/>
              <a:stretch>
                <a:fillRect b="-39747"/>
              </a:stretch>
            </a:blipFill>
          </p:spPr>
        </p:sp>
        <p:sp>
          <p:nvSpPr>
            <p:cNvPr id="31" name="Freeform 32">
              <a:extLst>
                <a:ext uri="{FF2B5EF4-FFF2-40B4-BE49-F238E27FC236}">
                  <a16:creationId xmlns:a16="http://schemas.microsoft.com/office/drawing/2014/main" id="{E417666D-D4AD-938F-2E2D-E2A06177C7CD}"/>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3"/>
              <a:stretch>
                <a:fillRect/>
              </a:stretch>
            </a:blipFill>
          </p:spPr>
        </p:sp>
        <p:sp>
          <p:nvSpPr>
            <p:cNvPr id="32" name="Freeform 33">
              <a:extLst>
                <a:ext uri="{FF2B5EF4-FFF2-40B4-BE49-F238E27FC236}">
                  <a16:creationId xmlns:a16="http://schemas.microsoft.com/office/drawing/2014/main" id="{B0B4C672-5904-1BB6-4CFD-242EE91167A4}"/>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4"/>
              <a:stretch>
                <a:fillRect/>
              </a:stretch>
            </a:blipFill>
          </p:spPr>
        </p:sp>
        <p:sp>
          <p:nvSpPr>
            <p:cNvPr id="33" name="Freeform 34">
              <a:extLst>
                <a:ext uri="{FF2B5EF4-FFF2-40B4-BE49-F238E27FC236}">
                  <a16:creationId xmlns:a16="http://schemas.microsoft.com/office/drawing/2014/main" id="{8F25A2EE-D8D2-2922-54B5-FB27E750F387}"/>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5"/>
              <a:stretch>
                <a:fillRect/>
              </a:stretch>
            </a:blipFill>
          </p:spPr>
        </p:sp>
      </p:grpSp>
      <p:grpSp>
        <p:nvGrpSpPr>
          <p:cNvPr id="34" name="Group 30">
            <a:extLst>
              <a:ext uri="{FF2B5EF4-FFF2-40B4-BE49-F238E27FC236}">
                <a16:creationId xmlns:a16="http://schemas.microsoft.com/office/drawing/2014/main" id="{ACACD392-3EB5-E3FE-DAF7-951B3D04A4AB}"/>
              </a:ext>
            </a:extLst>
          </p:cNvPr>
          <p:cNvGrpSpPr/>
          <p:nvPr/>
        </p:nvGrpSpPr>
        <p:grpSpPr>
          <a:xfrm>
            <a:off x="14849554" y="9299398"/>
            <a:ext cx="3930275" cy="891767"/>
            <a:chOff x="0" y="0"/>
            <a:chExt cx="5240366" cy="1189023"/>
          </a:xfrm>
        </p:grpSpPr>
        <p:sp>
          <p:nvSpPr>
            <p:cNvPr id="35" name="Freeform 31">
              <a:extLst>
                <a:ext uri="{FF2B5EF4-FFF2-40B4-BE49-F238E27FC236}">
                  <a16:creationId xmlns:a16="http://schemas.microsoft.com/office/drawing/2014/main" id="{31261952-5938-27B2-1335-F62ACBA86CD5}"/>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2"/>
              <a:stretch>
                <a:fillRect b="-39747"/>
              </a:stretch>
            </a:blipFill>
          </p:spPr>
        </p:sp>
        <p:sp>
          <p:nvSpPr>
            <p:cNvPr id="36" name="Freeform 32">
              <a:extLst>
                <a:ext uri="{FF2B5EF4-FFF2-40B4-BE49-F238E27FC236}">
                  <a16:creationId xmlns:a16="http://schemas.microsoft.com/office/drawing/2014/main" id="{B8E9D60A-93EF-C505-CC80-1D0A61D5F08F}"/>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3"/>
              <a:stretch>
                <a:fillRect/>
              </a:stretch>
            </a:blipFill>
          </p:spPr>
        </p:sp>
        <p:sp>
          <p:nvSpPr>
            <p:cNvPr id="37" name="Freeform 33">
              <a:extLst>
                <a:ext uri="{FF2B5EF4-FFF2-40B4-BE49-F238E27FC236}">
                  <a16:creationId xmlns:a16="http://schemas.microsoft.com/office/drawing/2014/main" id="{DABA1EA7-B6FE-97DB-0B5B-53C181793420}"/>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4"/>
              <a:stretch>
                <a:fillRect/>
              </a:stretch>
            </a:blipFill>
          </p:spPr>
        </p:sp>
        <p:sp>
          <p:nvSpPr>
            <p:cNvPr id="38" name="Freeform 34">
              <a:extLst>
                <a:ext uri="{FF2B5EF4-FFF2-40B4-BE49-F238E27FC236}">
                  <a16:creationId xmlns:a16="http://schemas.microsoft.com/office/drawing/2014/main" id="{6C54BA41-6A01-D95F-D457-540B83BF2790}"/>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5"/>
              <a:stretch>
                <a:fillRect/>
              </a:stretch>
            </a:blipFill>
          </p:spPr>
        </p:sp>
      </p:grpSp>
      <p:sp>
        <p:nvSpPr>
          <p:cNvPr id="8" name="Freeform 17">
            <a:extLst>
              <a:ext uri="{FF2B5EF4-FFF2-40B4-BE49-F238E27FC236}">
                <a16:creationId xmlns:a16="http://schemas.microsoft.com/office/drawing/2014/main" id="{AC5DAF59-91AC-7F83-6DB0-BEDFB1A7F6C3}"/>
              </a:ext>
            </a:extLst>
          </p:cNvPr>
          <p:cNvSpPr/>
          <p:nvPr/>
        </p:nvSpPr>
        <p:spPr>
          <a:xfrm>
            <a:off x="326130" y="521285"/>
            <a:ext cx="9122670" cy="891767"/>
          </a:xfrm>
          <a:custGeom>
            <a:avLst/>
            <a:gdLst/>
            <a:ahLst/>
            <a:cxnLst/>
            <a:rect l="l" t="t" r="r" b="b"/>
            <a:pathLst>
              <a:path w="3432585" h="571910">
                <a:moveTo>
                  <a:pt x="30295" y="0"/>
                </a:moveTo>
                <a:lnTo>
                  <a:pt x="3402290" y="0"/>
                </a:lnTo>
                <a:cubicBezTo>
                  <a:pt x="3410325" y="0"/>
                  <a:pt x="3418031" y="3192"/>
                  <a:pt x="3423712" y="8873"/>
                </a:cubicBezTo>
                <a:cubicBezTo>
                  <a:pt x="3429393" y="14555"/>
                  <a:pt x="3432585" y="22260"/>
                  <a:pt x="3432585" y="30295"/>
                </a:cubicBezTo>
                <a:lnTo>
                  <a:pt x="3432585" y="541615"/>
                </a:lnTo>
                <a:cubicBezTo>
                  <a:pt x="3432585" y="558347"/>
                  <a:pt x="3419022" y="571910"/>
                  <a:pt x="3402290" y="571910"/>
                </a:cubicBezTo>
                <a:lnTo>
                  <a:pt x="30295" y="571910"/>
                </a:lnTo>
                <a:cubicBezTo>
                  <a:pt x="22260" y="571910"/>
                  <a:pt x="14555" y="568719"/>
                  <a:pt x="8873" y="563037"/>
                </a:cubicBezTo>
                <a:cubicBezTo>
                  <a:pt x="3192" y="557356"/>
                  <a:pt x="0" y="549650"/>
                  <a:pt x="0" y="541615"/>
                </a:cubicBezTo>
                <a:lnTo>
                  <a:pt x="0" y="30295"/>
                </a:lnTo>
                <a:cubicBezTo>
                  <a:pt x="0" y="22260"/>
                  <a:pt x="3192" y="14555"/>
                  <a:pt x="8873" y="8873"/>
                </a:cubicBezTo>
                <a:cubicBezTo>
                  <a:pt x="14555" y="3192"/>
                  <a:pt x="22260" y="0"/>
                  <a:pt x="30295" y="0"/>
                </a:cubicBezTo>
                <a:close/>
              </a:path>
            </a:pathLst>
          </a:custGeom>
          <a:solidFill>
            <a:schemeClr val="accent6">
              <a:lumMod val="75000"/>
            </a:schemeClr>
          </a:solidFill>
          <a:ln w="66675" cap="rnd">
            <a:solidFill>
              <a:schemeClr val="accent6">
                <a:lumMod val="75000"/>
              </a:schemeClr>
            </a:solidFill>
            <a:prstDash val="solid"/>
            <a:round/>
          </a:ln>
        </p:spPr>
        <p:txBody>
          <a:bodyPr/>
          <a:lstStyle/>
          <a:p>
            <a:endParaRPr lang="en-PH" dirty="0"/>
          </a:p>
        </p:txBody>
      </p:sp>
      <p:sp>
        <p:nvSpPr>
          <p:cNvPr id="9" name="TextBox 18">
            <a:extLst>
              <a:ext uri="{FF2B5EF4-FFF2-40B4-BE49-F238E27FC236}">
                <a16:creationId xmlns:a16="http://schemas.microsoft.com/office/drawing/2014/main" id="{470E4B1B-8B3B-1F28-AA05-1849F38A63A6}"/>
              </a:ext>
            </a:extLst>
          </p:cNvPr>
          <p:cNvSpPr txBox="1"/>
          <p:nvPr/>
        </p:nvSpPr>
        <p:spPr>
          <a:xfrm>
            <a:off x="533400" y="647700"/>
            <a:ext cx="8610599" cy="609600"/>
          </a:xfrm>
          <a:prstGeom prst="rect">
            <a:avLst/>
          </a:prstGeom>
          <a:solidFill>
            <a:srgbClr val="FFC000"/>
          </a:solidFill>
          <a:ln>
            <a:solidFill>
              <a:srgbClr val="FFC000"/>
            </a:solidFill>
          </a:ln>
        </p:spPr>
        <p:txBody>
          <a:bodyPr lIns="50800" tIns="50800" rIns="50800" bIns="50800" rtlCol="0" anchor="ctr"/>
          <a:lstStyle/>
          <a:p>
            <a:pPr algn="ctr"/>
            <a:r>
              <a:rPr lang="en-US" sz="3600" b="1" dirty="0">
                <a:latin typeface="Arial" panose="020B0604020202020204" pitchFamily="34" charset="0"/>
                <a:ea typeface="Calibri" panose="020F0502020204030204" pitchFamily="34" charset="0"/>
                <a:cs typeface="Arial" panose="020B0604020202020204" pitchFamily="34" charset="0"/>
              </a:rPr>
              <a:t>ABILITY</a:t>
            </a:r>
            <a:endParaRPr lang="en-US" sz="8800"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A0CB46A2-3361-70EC-5124-21235F3580D6}"/>
              </a:ext>
            </a:extLst>
          </p:cNvPr>
          <p:cNvSpPr txBox="1"/>
          <p:nvPr/>
        </p:nvSpPr>
        <p:spPr>
          <a:xfrm>
            <a:off x="638015" y="2202673"/>
            <a:ext cx="15556858" cy="1119665"/>
          </a:xfrm>
          <a:prstGeom prst="rect">
            <a:avLst/>
          </a:prstGeom>
          <a:noFill/>
        </p:spPr>
        <p:txBody>
          <a:bodyPr wrap="square">
            <a:spAutoFit/>
          </a:bodyPr>
          <a:lstStyle/>
          <a:p>
            <a:pPr algn="just">
              <a:lnSpc>
                <a:spcPct val="107000"/>
              </a:lnSpc>
              <a:spcAft>
                <a:spcPts val="800"/>
              </a:spcAft>
            </a:pPr>
            <a:r>
              <a:rPr lang="en-US" sz="3200" b="1" kern="100" dirty="0">
                <a:latin typeface="Arial" panose="020B0604020202020204" pitchFamily="34" charset="0"/>
                <a:ea typeface="Calibri" panose="020F0502020204030204" pitchFamily="34" charset="0"/>
                <a:cs typeface="Times New Roman" panose="02020603050405020304" pitchFamily="18" charset="0"/>
              </a:rPr>
              <a:t>	Ability</a:t>
            </a:r>
            <a:r>
              <a:rPr lang="en-US" sz="3200" kern="100" dirty="0">
                <a:latin typeface="Arial" panose="020B0604020202020204" pitchFamily="34" charset="0"/>
                <a:ea typeface="Calibri" panose="020F0502020204030204" pitchFamily="34" charset="0"/>
                <a:cs typeface="Times New Roman" panose="02020603050405020304" pitchFamily="18" charset="0"/>
              </a:rPr>
              <a:t> is t</a:t>
            </a:r>
            <a:r>
              <a:rPr lang="en-US" sz="3200" kern="100" dirty="0">
                <a:effectLst/>
                <a:latin typeface="Arial" panose="020B0604020202020204" pitchFamily="34" charset="0"/>
                <a:ea typeface="Calibri" panose="020F0502020204030204" pitchFamily="34" charset="0"/>
                <a:cs typeface="Times New Roman" panose="02020603050405020304" pitchFamily="18" charset="0"/>
              </a:rPr>
              <a:t>he extent to which consumers have the required or necessary resources to make an outcome happen</a:t>
            </a:r>
            <a:endParaRPr lang="en-PH" sz="32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2" name="TextBox 11">
            <a:extLst>
              <a:ext uri="{FF2B5EF4-FFF2-40B4-BE49-F238E27FC236}">
                <a16:creationId xmlns:a16="http://schemas.microsoft.com/office/drawing/2014/main" id="{7C127E9D-5692-BCE1-6342-DD0A1D2E24B9}"/>
              </a:ext>
            </a:extLst>
          </p:cNvPr>
          <p:cNvSpPr txBox="1"/>
          <p:nvPr/>
        </p:nvSpPr>
        <p:spPr>
          <a:xfrm>
            <a:off x="326130" y="3476201"/>
            <a:ext cx="9008327" cy="6001643"/>
          </a:xfrm>
          <a:prstGeom prst="rect">
            <a:avLst/>
          </a:prstGeom>
          <a:noFill/>
        </p:spPr>
        <p:txBody>
          <a:bodyPr wrap="square">
            <a:spAutoFit/>
          </a:bodyPr>
          <a:lstStyle/>
          <a:p>
            <a:pPr algn="just"/>
            <a:r>
              <a:rPr lang="en-US" sz="3200" b="1" dirty="0"/>
              <a:t>Types of Resources</a:t>
            </a:r>
          </a:p>
          <a:p>
            <a:pPr marL="457200" indent="-457200" algn="just">
              <a:buFont typeface="Arial" panose="020B0604020202020204" pitchFamily="34" charset="0"/>
              <a:buChar char="•"/>
            </a:pPr>
            <a:r>
              <a:rPr lang="en-US" sz="3200" b="1" dirty="0"/>
              <a:t>Financial Resources </a:t>
            </a:r>
            <a:r>
              <a:rPr lang="en-US" sz="3200" dirty="0"/>
              <a:t>is the use of money instead of other resources to enhance their ability to make decisions and take actions.</a:t>
            </a:r>
          </a:p>
          <a:p>
            <a:pPr marL="457200" indent="-457200" algn="just">
              <a:buFont typeface="Arial" panose="020B0604020202020204" pitchFamily="34" charset="0"/>
              <a:buChar char="•"/>
            </a:pPr>
            <a:r>
              <a:rPr lang="en-US" sz="3200" b="1" dirty="0"/>
              <a:t>Cognitive Resources </a:t>
            </a:r>
            <a:r>
              <a:rPr lang="en-US" sz="3200" dirty="0"/>
              <a:t>is the use of gained knowledge from products or services from their experiences to certain offerings they received.</a:t>
            </a:r>
          </a:p>
          <a:p>
            <a:pPr marL="457200" indent="-457200" algn="just">
              <a:buFont typeface="Arial" panose="020B0604020202020204" pitchFamily="34" charset="0"/>
              <a:buChar char="•"/>
            </a:pPr>
            <a:r>
              <a:rPr lang="en-US" sz="3200" b="1" dirty="0"/>
              <a:t>Emotional Resources </a:t>
            </a:r>
            <a:r>
              <a:rPr lang="en-US" sz="3200" dirty="0"/>
              <a:t>is the use of the experienced empathy and sympathy that affects their processing of information and decisions to purchase.</a:t>
            </a:r>
          </a:p>
          <a:p>
            <a:endParaRPr lang="en-PH" sz="3200" dirty="0"/>
          </a:p>
        </p:txBody>
      </p:sp>
      <p:sp>
        <p:nvSpPr>
          <p:cNvPr id="39" name="TextBox 38">
            <a:extLst>
              <a:ext uri="{FF2B5EF4-FFF2-40B4-BE49-F238E27FC236}">
                <a16:creationId xmlns:a16="http://schemas.microsoft.com/office/drawing/2014/main" id="{B05D6D48-E678-7922-A0DE-DE4E5F45E3A9}"/>
              </a:ext>
            </a:extLst>
          </p:cNvPr>
          <p:cNvSpPr txBox="1"/>
          <p:nvPr/>
        </p:nvSpPr>
        <p:spPr>
          <a:xfrm>
            <a:off x="9954220" y="3854955"/>
            <a:ext cx="7595325" cy="5016758"/>
          </a:xfrm>
          <a:prstGeom prst="rect">
            <a:avLst/>
          </a:prstGeom>
          <a:noFill/>
        </p:spPr>
        <p:txBody>
          <a:bodyPr wrap="square">
            <a:spAutoFit/>
          </a:bodyPr>
          <a:lstStyle/>
          <a:p>
            <a:pPr marL="457200" indent="-457200" algn="just">
              <a:buFont typeface="Arial" panose="020B0604020202020204" pitchFamily="34" charset="0"/>
              <a:buChar char="•"/>
            </a:pPr>
            <a:r>
              <a:rPr lang="en-US" sz="3200" b="1" dirty="0"/>
              <a:t>Physical Resources </a:t>
            </a:r>
            <a:r>
              <a:rPr lang="en-US" sz="3200" dirty="0"/>
              <a:t>is the use of their physical capabilities—“body power ” which affects how, when, where, and whether consumers make decisions and take actions.</a:t>
            </a:r>
          </a:p>
          <a:p>
            <a:pPr marL="457200" indent="-457200" algn="just">
              <a:buFont typeface="Arial" panose="020B0604020202020204" pitchFamily="34" charset="0"/>
              <a:buChar char="•"/>
            </a:pPr>
            <a:r>
              <a:rPr lang="en-US" sz="3200" b="1" dirty="0"/>
              <a:t>Social and Cultural Resources </a:t>
            </a:r>
            <a:r>
              <a:rPr lang="en-US" sz="3200" dirty="0"/>
              <a:t>is the use of network social relationships that people have with others and the access to the system of cultural institutions in a society.</a:t>
            </a:r>
            <a:endParaRPr lang="en-PH" sz="3200" dirty="0"/>
          </a:p>
        </p:txBody>
      </p:sp>
    </p:spTree>
    <p:extLst>
      <p:ext uri="{BB962C8B-B14F-4D97-AF65-F5344CB8AC3E}">
        <p14:creationId xmlns:p14="http://schemas.microsoft.com/office/powerpoint/2010/main" val="37833037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8F81A-77CA-53F9-78D9-5578CA3B04D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53A8C46-E020-3683-2CF6-5F354D465A0F}"/>
              </a:ext>
            </a:extLst>
          </p:cNvPr>
          <p:cNvSpPr/>
          <p:nvPr/>
        </p:nvSpPr>
        <p:spPr>
          <a:xfrm>
            <a:off x="0" y="-11061"/>
            <a:ext cx="6096000" cy="114300"/>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Rectangle 2">
            <a:extLst>
              <a:ext uri="{FF2B5EF4-FFF2-40B4-BE49-F238E27FC236}">
                <a16:creationId xmlns:a16="http://schemas.microsoft.com/office/drawing/2014/main" id="{039B4360-ADD0-FF63-E8E4-DBC810E12EB1}"/>
              </a:ext>
            </a:extLst>
          </p:cNvPr>
          <p:cNvSpPr/>
          <p:nvPr/>
        </p:nvSpPr>
        <p:spPr>
          <a:xfrm>
            <a:off x="6248400" y="0"/>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 name="Rectangle 3">
            <a:extLst>
              <a:ext uri="{FF2B5EF4-FFF2-40B4-BE49-F238E27FC236}">
                <a16:creationId xmlns:a16="http://schemas.microsoft.com/office/drawing/2014/main" id="{DB29B0CA-E2FE-86B2-8432-52F4ECFBC7BD}"/>
              </a:ext>
            </a:extLst>
          </p:cNvPr>
          <p:cNvSpPr/>
          <p:nvPr/>
        </p:nvSpPr>
        <p:spPr>
          <a:xfrm>
            <a:off x="12344400" y="0"/>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 name="Rectangle 4">
            <a:extLst>
              <a:ext uri="{FF2B5EF4-FFF2-40B4-BE49-F238E27FC236}">
                <a16:creationId xmlns:a16="http://schemas.microsoft.com/office/drawing/2014/main" id="{6B908359-3D08-943E-3E82-E6C18815DAF4}"/>
              </a:ext>
            </a:extLst>
          </p:cNvPr>
          <p:cNvSpPr/>
          <p:nvPr/>
        </p:nvSpPr>
        <p:spPr>
          <a:xfrm>
            <a:off x="0" y="10154265"/>
            <a:ext cx="6096000" cy="114300"/>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6" name="Rectangle 5">
            <a:extLst>
              <a:ext uri="{FF2B5EF4-FFF2-40B4-BE49-F238E27FC236}">
                <a16:creationId xmlns:a16="http://schemas.microsoft.com/office/drawing/2014/main" id="{03723EA8-F59C-FA98-3865-57B289C9E784}"/>
              </a:ext>
            </a:extLst>
          </p:cNvPr>
          <p:cNvSpPr/>
          <p:nvPr/>
        </p:nvSpPr>
        <p:spPr>
          <a:xfrm>
            <a:off x="6248400" y="10165326"/>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 name="Rectangle 6">
            <a:extLst>
              <a:ext uri="{FF2B5EF4-FFF2-40B4-BE49-F238E27FC236}">
                <a16:creationId xmlns:a16="http://schemas.microsoft.com/office/drawing/2014/main" id="{C83405C7-4A15-527B-1DDA-6A2ECCAC56B6}"/>
              </a:ext>
            </a:extLst>
          </p:cNvPr>
          <p:cNvSpPr/>
          <p:nvPr/>
        </p:nvSpPr>
        <p:spPr>
          <a:xfrm>
            <a:off x="12344400" y="10165326"/>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nvGrpSpPr>
          <p:cNvPr id="14" name="Group 30">
            <a:extLst>
              <a:ext uri="{FF2B5EF4-FFF2-40B4-BE49-F238E27FC236}">
                <a16:creationId xmlns:a16="http://schemas.microsoft.com/office/drawing/2014/main" id="{82F58547-3D55-E40C-DBF8-F541A2061042}"/>
              </a:ext>
            </a:extLst>
          </p:cNvPr>
          <p:cNvGrpSpPr/>
          <p:nvPr/>
        </p:nvGrpSpPr>
        <p:grpSpPr>
          <a:xfrm>
            <a:off x="-172611" y="9338569"/>
            <a:ext cx="3930275" cy="891767"/>
            <a:chOff x="0" y="0"/>
            <a:chExt cx="5240366" cy="1189023"/>
          </a:xfrm>
        </p:grpSpPr>
        <p:sp>
          <p:nvSpPr>
            <p:cNvPr id="15" name="Freeform 31">
              <a:extLst>
                <a:ext uri="{FF2B5EF4-FFF2-40B4-BE49-F238E27FC236}">
                  <a16:creationId xmlns:a16="http://schemas.microsoft.com/office/drawing/2014/main" id="{0B94697B-6910-F28D-1F2C-F3353337EFE5}"/>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2"/>
              <a:stretch>
                <a:fillRect b="-39747"/>
              </a:stretch>
            </a:blipFill>
          </p:spPr>
        </p:sp>
        <p:sp>
          <p:nvSpPr>
            <p:cNvPr id="16" name="Freeform 32">
              <a:extLst>
                <a:ext uri="{FF2B5EF4-FFF2-40B4-BE49-F238E27FC236}">
                  <a16:creationId xmlns:a16="http://schemas.microsoft.com/office/drawing/2014/main" id="{3460745B-5522-803B-3660-4149C32EFE0C}"/>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3"/>
              <a:stretch>
                <a:fillRect/>
              </a:stretch>
            </a:blipFill>
          </p:spPr>
        </p:sp>
        <p:sp>
          <p:nvSpPr>
            <p:cNvPr id="17" name="Freeform 33">
              <a:extLst>
                <a:ext uri="{FF2B5EF4-FFF2-40B4-BE49-F238E27FC236}">
                  <a16:creationId xmlns:a16="http://schemas.microsoft.com/office/drawing/2014/main" id="{6E3C78E7-B926-8FA4-EDDC-7BE5E8C04D83}"/>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4"/>
              <a:stretch>
                <a:fillRect/>
              </a:stretch>
            </a:blipFill>
          </p:spPr>
        </p:sp>
        <p:sp>
          <p:nvSpPr>
            <p:cNvPr id="18" name="Freeform 34">
              <a:extLst>
                <a:ext uri="{FF2B5EF4-FFF2-40B4-BE49-F238E27FC236}">
                  <a16:creationId xmlns:a16="http://schemas.microsoft.com/office/drawing/2014/main" id="{F1CD63C4-7B8F-46A4-506E-312EF85FE2AE}"/>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5"/>
              <a:stretch>
                <a:fillRect/>
              </a:stretch>
            </a:blipFill>
          </p:spPr>
        </p:sp>
      </p:grpSp>
      <p:grpSp>
        <p:nvGrpSpPr>
          <p:cNvPr id="19" name="Group 30">
            <a:extLst>
              <a:ext uri="{FF2B5EF4-FFF2-40B4-BE49-F238E27FC236}">
                <a16:creationId xmlns:a16="http://schemas.microsoft.com/office/drawing/2014/main" id="{E7E8AA2E-BA28-0AE6-61A2-62C6EBAE7085}"/>
              </a:ext>
            </a:extLst>
          </p:cNvPr>
          <p:cNvGrpSpPr/>
          <p:nvPr/>
        </p:nvGrpSpPr>
        <p:grpSpPr>
          <a:xfrm>
            <a:off x="3597937" y="9326382"/>
            <a:ext cx="3930275" cy="891767"/>
            <a:chOff x="0" y="0"/>
            <a:chExt cx="5240366" cy="1189023"/>
          </a:xfrm>
        </p:grpSpPr>
        <p:sp>
          <p:nvSpPr>
            <p:cNvPr id="20" name="Freeform 31">
              <a:extLst>
                <a:ext uri="{FF2B5EF4-FFF2-40B4-BE49-F238E27FC236}">
                  <a16:creationId xmlns:a16="http://schemas.microsoft.com/office/drawing/2014/main" id="{47B57A6B-8F3F-AC0D-3D4A-006F31754F63}"/>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2"/>
              <a:stretch>
                <a:fillRect b="-39747"/>
              </a:stretch>
            </a:blipFill>
          </p:spPr>
        </p:sp>
        <p:sp>
          <p:nvSpPr>
            <p:cNvPr id="21" name="Freeform 32">
              <a:extLst>
                <a:ext uri="{FF2B5EF4-FFF2-40B4-BE49-F238E27FC236}">
                  <a16:creationId xmlns:a16="http://schemas.microsoft.com/office/drawing/2014/main" id="{72D8B96A-66D2-F7F1-133B-B27579908DF6}"/>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3"/>
              <a:stretch>
                <a:fillRect/>
              </a:stretch>
            </a:blipFill>
          </p:spPr>
        </p:sp>
        <p:sp>
          <p:nvSpPr>
            <p:cNvPr id="22" name="Freeform 33">
              <a:extLst>
                <a:ext uri="{FF2B5EF4-FFF2-40B4-BE49-F238E27FC236}">
                  <a16:creationId xmlns:a16="http://schemas.microsoft.com/office/drawing/2014/main" id="{32638FFB-C0D6-3675-6D61-F8744B83E925}"/>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4"/>
              <a:stretch>
                <a:fillRect/>
              </a:stretch>
            </a:blipFill>
          </p:spPr>
        </p:sp>
        <p:sp>
          <p:nvSpPr>
            <p:cNvPr id="23" name="Freeform 34">
              <a:extLst>
                <a:ext uri="{FF2B5EF4-FFF2-40B4-BE49-F238E27FC236}">
                  <a16:creationId xmlns:a16="http://schemas.microsoft.com/office/drawing/2014/main" id="{BB6976C8-6838-6929-41A6-7AB174F70316}"/>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5"/>
              <a:stretch>
                <a:fillRect/>
              </a:stretch>
            </a:blipFill>
          </p:spPr>
        </p:sp>
      </p:grpSp>
      <p:grpSp>
        <p:nvGrpSpPr>
          <p:cNvPr id="24" name="Group 30">
            <a:extLst>
              <a:ext uri="{FF2B5EF4-FFF2-40B4-BE49-F238E27FC236}">
                <a16:creationId xmlns:a16="http://schemas.microsoft.com/office/drawing/2014/main" id="{18150B1D-15D9-28A6-5435-70C80B544FE4}"/>
              </a:ext>
            </a:extLst>
          </p:cNvPr>
          <p:cNvGrpSpPr/>
          <p:nvPr/>
        </p:nvGrpSpPr>
        <p:grpSpPr>
          <a:xfrm>
            <a:off x="7418962" y="9257303"/>
            <a:ext cx="3930275" cy="891767"/>
            <a:chOff x="0" y="0"/>
            <a:chExt cx="5240366" cy="1189023"/>
          </a:xfrm>
        </p:grpSpPr>
        <p:sp>
          <p:nvSpPr>
            <p:cNvPr id="25" name="Freeform 31">
              <a:extLst>
                <a:ext uri="{FF2B5EF4-FFF2-40B4-BE49-F238E27FC236}">
                  <a16:creationId xmlns:a16="http://schemas.microsoft.com/office/drawing/2014/main" id="{D9B4C68A-6A02-A171-6392-F5EB80B55C72}"/>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2"/>
              <a:stretch>
                <a:fillRect b="-39747"/>
              </a:stretch>
            </a:blipFill>
          </p:spPr>
        </p:sp>
        <p:sp>
          <p:nvSpPr>
            <p:cNvPr id="26" name="Freeform 32">
              <a:extLst>
                <a:ext uri="{FF2B5EF4-FFF2-40B4-BE49-F238E27FC236}">
                  <a16:creationId xmlns:a16="http://schemas.microsoft.com/office/drawing/2014/main" id="{441ECCA1-D46F-64E4-EC66-DD8149109741}"/>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3"/>
              <a:stretch>
                <a:fillRect/>
              </a:stretch>
            </a:blipFill>
          </p:spPr>
        </p:sp>
        <p:sp>
          <p:nvSpPr>
            <p:cNvPr id="27" name="Freeform 33">
              <a:extLst>
                <a:ext uri="{FF2B5EF4-FFF2-40B4-BE49-F238E27FC236}">
                  <a16:creationId xmlns:a16="http://schemas.microsoft.com/office/drawing/2014/main" id="{C2819EFC-85A1-4E09-649E-045082F410EC}"/>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4"/>
              <a:stretch>
                <a:fillRect/>
              </a:stretch>
            </a:blipFill>
          </p:spPr>
        </p:sp>
        <p:sp>
          <p:nvSpPr>
            <p:cNvPr id="28" name="Freeform 34">
              <a:extLst>
                <a:ext uri="{FF2B5EF4-FFF2-40B4-BE49-F238E27FC236}">
                  <a16:creationId xmlns:a16="http://schemas.microsoft.com/office/drawing/2014/main" id="{D31D259A-2CF0-B3DE-CA7A-73B33B5706E6}"/>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5"/>
              <a:stretch>
                <a:fillRect/>
              </a:stretch>
            </a:blipFill>
          </p:spPr>
        </p:sp>
      </p:grpSp>
      <p:grpSp>
        <p:nvGrpSpPr>
          <p:cNvPr id="29" name="Group 30">
            <a:extLst>
              <a:ext uri="{FF2B5EF4-FFF2-40B4-BE49-F238E27FC236}">
                <a16:creationId xmlns:a16="http://schemas.microsoft.com/office/drawing/2014/main" id="{041EA2FB-80B8-BB16-D54C-24ABC088AE64}"/>
              </a:ext>
            </a:extLst>
          </p:cNvPr>
          <p:cNvGrpSpPr/>
          <p:nvPr/>
        </p:nvGrpSpPr>
        <p:grpSpPr>
          <a:xfrm>
            <a:off x="11189510" y="9264956"/>
            <a:ext cx="3930275" cy="891767"/>
            <a:chOff x="0" y="0"/>
            <a:chExt cx="5240366" cy="1189023"/>
          </a:xfrm>
        </p:grpSpPr>
        <p:sp>
          <p:nvSpPr>
            <p:cNvPr id="30" name="Freeform 31">
              <a:extLst>
                <a:ext uri="{FF2B5EF4-FFF2-40B4-BE49-F238E27FC236}">
                  <a16:creationId xmlns:a16="http://schemas.microsoft.com/office/drawing/2014/main" id="{473B944A-1110-13F0-1DCD-A8DE501A5B7D}"/>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2"/>
              <a:stretch>
                <a:fillRect b="-39747"/>
              </a:stretch>
            </a:blipFill>
          </p:spPr>
        </p:sp>
        <p:sp>
          <p:nvSpPr>
            <p:cNvPr id="31" name="Freeform 32">
              <a:extLst>
                <a:ext uri="{FF2B5EF4-FFF2-40B4-BE49-F238E27FC236}">
                  <a16:creationId xmlns:a16="http://schemas.microsoft.com/office/drawing/2014/main" id="{29D609E4-C510-E3DD-D8C8-25E6ED390184}"/>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3"/>
              <a:stretch>
                <a:fillRect/>
              </a:stretch>
            </a:blipFill>
          </p:spPr>
        </p:sp>
        <p:sp>
          <p:nvSpPr>
            <p:cNvPr id="32" name="Freeform 33">
              <a:extLst>
                <a:ext uri="{FF2B5EF4-FFF2-40B4-BE49-F238E27FC236}">
                  <a16:creationId xmlns:a16="http://schemas.microsoft.com/office/drawing/2014/main" id="{F2185D43-A90A-84AD-9BFB-375D1EF73AD6}"/>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4"/>
              <a:stretch>
                <a:fillRect/>
              </a:stretch>
            </a:blipFill>
          </p:spPr>
        </p:sp>
        <p:sp>
          <p:nvSpPr>
            <p:cNvPr id="33" name="Freeform 34">
              <a:extLst>
                <a:ext uri="{FF2B5EF4-FFF2-40B4-BE49-F238E27FC236}">
                  <a16:creationId xmlns:a16="http://schemas.microsoft.com/office/drawing/2014/main" id="{A2AFCE78-2945-1245-3D12-909D9373CFBD}"/>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5"/>
              <a:stretch>
                <a:fillRect/>
              </a:stretch>
            </a:blipFill>
          </p:spPr>
        </p:sp>
      </p:grpSp>
      <p:grpSp>
        <p:nvGrpSpPr>
          <p:cNvPr id="34" name="Group 30">
            <a:extLst>
              <a:ext uri="{FF2B5EF4-FFF2-40B4-BE49-F238E27FC236}">
                <a16:creationId xmlns:a16="http://schemas.microsoft.com/office/drawing/2014/main" id="{038AF3B2-F417-13E4-F8F2-1FAF0E67BDE0}"/>
              </a:ext>
            </a:extLst>
          </p:cNvPr>
          <p:cNvGrpSpPr/>
          <p:nvPr/>
        </p:nvGrpSpPr>
        <p:grpSpPr>
          <a:xfrm>
            <a:off x="14849554" y="9299398"/>
            <a:ext cx="3930275" cy="891767"/>
            <a:chOff x="0" y="0"/>
            <a:chExt cx="5240366" cy="1189023"/>
          </a:xfrm>
        </p:grpSpPr>
        <p:sp>
          <p:nvSpPr>
            <p:cNvPr id="35" name="Freeform 31">
              <a:extLst>
                <a:ext uri="{FF2B5EF4-FFF2-40B4-BE49-F238E27FC236}">
                  <a16:creationId xmlns:a16="http://schemas.microsoft.com/office/drawing/2014/main" id="{6C77C8A8-B046-05FB-F661-57CA3CA5F52B}"/>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2"/>
              <a:stretch>
                <a:fillRect b="-39747"/>
              </a:stretch>
            </a:blipFill>
          </p:spPr>
        </p:sp>
        <p:sp>
          <p:nvSpPr>
            <p:cNvPr id="36" name="Freeform 32">
              <a:extLst>
                <a:ext uri="{FF2B5EF4-FFF2-40B4-BE49-F238E27FC236}">
                  <a16:creationId xmlns:a16="http://schemas.microsoft.com/office/drawing/2014/main" id="{0439FECB-FAD6-CE71-6D2A-CFF33DCCA25F}"/>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3"/>
              <a:stretch>
                <a:fillRect/>
              </a:stretch>
            </a:blipFill>
          </p:spPr>
        </p:sp>
        <p:sp>
          <p:nvSpPr>
            <p:cNvPr id="37" name="Freeform 33">
              <a:extLst>
                <a:ext uri="{FF2B5EF4-FFF2-40B4-BE49-F238E27FC236}">
                  <a16:creationId xmlns:a16="http://schemas.microsoft.com/office/drawing/2014/main" id="{D3996077-8691-6C5B-CA71-0EFA54579D82}"/>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4"/>
              <a:stretch>
                <a:fillRect/>
              </a:stretch>
            </a:blipFill>
          </p:spPr>
        </p:sp>
        <p:sp>
          <p:nvSpPr>
            <p:cNvPr id="38" name="Freeform 34">
              <a:extLst>
                <a:ext uri="{FF2B5EF4-FFF2-40B4-BE49-F238E27FC236}">
                  <a16:creationId xmlns:a16="http://schemas.microsoft.com/office/drawing/2014/main" id="{35FA6112-ED8C-4B3B-ED68-9C209DA0DA14}"/>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5"/>
              <a:stretch>
                <a:fillRect/>
              </a:stretch>
            </a:blipFill>
          </p:spPr>
        </p:sp>
      </p:grpSp>
      <p:sp>
        <p:nvSpPr>
          <p:cNvPr id="8" name="Freeform 17">
            <a:extLst>
              <a:ext uri="{FF2B5EF4-FFF2-40B4-BE49-F238E27FC236}">
                <a16:creationId xmlns:a16="http://schemas.microsoft.com/office/drawing/2014/main" id="{C57C8AAD-6561-9FAD-3D3A-CB27BA64893D}"/>
              </a:ext>
            </a:extLst>
          </p:cNvPr>
          <p:cNvSpPr/>
          <p:nvPr/>
        </p:nvSpPr>
        <p:spPr>
          <a:xfrm>
            <a:off x="326130" y="521285"/>
            <a:ext cx="9122670" cy="891767"/>
          </a:xfrm>
          <a:custGeom>
            <a:avLst/>
            <a:gdLst/>
            <a:ahLst/>
            <a:cxnLst/>
            <a:rect l="l" t="t" r="r" b="b"/>
            <a:pathLst>
              <a:path w="3432585" h="571910">
                <a:moveTo>
                  <a:pt x="30295" y="0"/>
                </a:moveTo>
                <a:lnTo>
                  <a:pt x="3402290" y="0"/>
                </a:lnTo>
                <a:cubicBezTo>
                  <a:pt x="3410325" y="0"/>
                  <a:pt x="3418031" y="3192"/>
                  <a:pt x="3423712" y="8873"/>
                </a:cubicBezTo>
                <a:cubicBezTo>
                  <a:pt x="3429393" y="14555"/>
                  <a:pt x="3432585" y="22260"/>
                  <a:pt x="3432585" y="30295"/>
                </a:cubicBezTo>
                <a:lnTo>
                  <a:pt x="3432585" y="541615"/>
                </a:lnTo>
                <a:cubicBezTo>
                  <a:pt x="3432585" y="558347"/>
                  <a:pt x="3419022" y="571910"/>
                  <a:pt x="3402290" y="571910"/>
                </a:cubicBezTo>
                <a:lnTo>
                  <a:pt x="30295" y="571910"/>
                </a:lnTo>
                <a:cubicBezTo>
                  <a:pt x="22260" y="571910"/>
                  <a:pt x="14555" y="568719"/>
                  <a:pt x="8873" y="563037"/>
                </a:cubicBezTo>
                <a:cubicBezTo>
                  <a:pt x="3192" y="557356"/>
                  <a:pt x="0" y="549650"/>
                  <a:pt x="0" y="541615"/>
                </a:cubicBezTo>
                <a:lnTo>
                  <a:pt x="0" y="30295"/>
                </a:lnTo>
                <a:cubicBezTo>
                  <a:pt x="0" y="22260"/>
                  <a:pt x="3192" y="14555"/>
                  <a:pt x="8873" y="8873"/>
                </a:cubicBezTo>
                <a:cubicBezTo>
                  <a:pt x="14555" y="3192"/>
                  <a:pt x="22260" y="0"/>
                  <a:pt x="30295" y="0"/>
                </a:cubicBezTo>
                <a:close/>
              </a:path>
            </a:pathLst>
          </a:custGeom>
          <a:solidFill>
            <a:schemeClr val="accent6">
              <a:lumMod val="75000"/>
            </a:schemeClr>
          </a:solidFill>
          <a:ln w="66675" cap="rnd">
            <a:solidFill>
              <a:schemeClr val="accent6">
                <a:lumMod val="75000"/>
              </a:schemeClr>
            </a:solidFill>
            <a:prstDash val="solid"/>
            <a:round/>
          </a:ln>
        </p:spPr>
        <p:txBody>
          <a:bodyPr/>
          <a:lstStyle/>
          <a:p>
            <a:endParaRPr lang="en-PH" dirty="0"/>
          </a:p>
        </p:txBody>
      </p:sp>
      <p:sp>
        <p:nvSpPr>
          <p:cNvPr id="9" name="TextBox 18">
            <a:extLst>
              <a:ext uri="{FF2B5EF4-FFF2-40B4-BE49-F238E27FC236}">
                <a16:creationId xmlns:a16="http://schemas.microsoft.com/office/drawing/2014/main" id="{A4D58F76-872D-DF82-2D17-2061FAD501D8}"/>
              </a:ext>
            </a:extLst>
          </p:cNvPr>
          <p:cNvSpPr txBox="1"/>
          <p:nvPr/>
        </p:nvSpPr>
        <p:spPr>
          <a:xfrm>
            <a:off x="533400" y="647700"/>
            <a:ext cx="8610599" cy="609600"/>
          </a:xfrm>
          <a:prstGeom prst="rect">
            <a:avLst/>
          </a:prstGeom>
          <a:solidFill>
            <a:srgbClr val="FFC000"/>
          </a:solidFill>
          <a:ln>
            <a:solidFill>
              <a:srgbClr val="FFC000"/>
            </a:solidFill>
          </a:ln>
        </p:spPr>
        <p:txBody>
          <a:bodyPr lIns="50800" tIns="50800" rIns="50800" bIns="50800" rtlCol="0" anchor="ctr"/>
          <a:lstStyle/>
          <a:p>
            <a:pPr algn="ctr"/>
            <a:r>
              <a:rPr lang="en-US" sz="3600" b="1" dirty="0">
                <a:latin typeface="Arial" panose="020B0604020202020204" pitchFamily="34" charset="0"/>
                <a:ea typeface="Calibri" panose="020F0502020204030204" pitchFamily="34" charset="0"/>
                <a:cs typeface="Arial" panose="020B0604020202020204" pitchFamily="34" charset="0"/>
              </a:rPr>
              <a:t>OPPORTUNITY</a:t>
            </a:r>
            <a:endParaRPr lang="en-US" sz="8800"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9D712B49-A6F0-642E-64B1-99D490467D3B}"/>
              </a:ext>
            </a:extLst>
          </p:cNvPr>
          <p:cNvSpPr txBox="1"/>
          <p:nvPr/>
        </p:nvSpPr>
        <p:spPr>
          <a:xfrm>
            <a:off x="779747" y="1882537"/>
            <a:ext cx="15556858" cy="1119665"/>
          </a:xfrm>
          <a:prstGeom prst="rect">
            <a:avLst/>
          </a:prstGeom>
          <a:noFill/>
        </p:spPr>
        <p:txBody>
          <a:bodyPr wrap="square">
            <a:spAutoFit/>
          </a:bodyPr>
          <a:lstStyle/>
          <a:p>
            <a:pPr algn="just">
              <a:lnSpc>
                <a:spcPct val="107000"/>
              </a:lnSpc>
              <a:spcAft>
                <a:spcPts val="800"/>
              </a:spcAft>
            </a:pPr>
            <a:r>
              <a:rPr lang="en-US" sz="3200" b="1" kern="100" dirty="0">
                <a:latin typeface="Arial" panose="020B0604020202020204" pitchFamily="34" charset="0"/>
                <a:ea typeface="Calibri" panose="020F0502020204030204" pitchFamily="34" charset="0"/>
                <a:cs typeface="Times New Roman" panose="02020603050405020304" pitchFamily="18" charset="0"/>
              </a:rPr>
              <a:t>	Opportunity </a:t>
            </a:r>
            <a:r>
              <a:rPr lang="en-US" sz="3200" kern="100" dirty="0">
                <a:latin typeface="Arial" panose="020B0604020202020204" pitchFamily="34" charset="0"/>
                <a:ea typeface="Calibri" panose="020F0502020204030204" pitchFamily="34" charset="0"/>
                <a:cs typeface="Times New Roman" panose="02020603050405020304" pitchFamily="18" charset="0"/>
              </a:rPr>
              <a:t>is the action of consumers to engage in such opportunity in different behavior</a:t>
            </a:r>
            <a:endParaRPr lang="en-PH" sz="32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2" name="TextBox 11">
            <a:extLst>
              <a:ext uri="{FF2B5EF4-FFF2-40B4-BE49-F238E27FC236}">
                <a16:creationId xmlns:a16="http://schemas.microsoft.com/office/drawing/2014/main" id="{9AB82372-6B91-C203-D438-C47CECB1B5AE}"/>
              </a:ext>
            </a:extLst>
          </p:cNvPr>
          <p:cNvSpPr txBox="1"/>
          <p:nvPr/>
        </p:nvSpPr>
        <p:spPr>
          <a:xfrm>
            <a:off x="621127" y="3996246"/>
            <a:ext cx="9008327" cy="4893647"/>
          </a:xfrm>
          <a:prstGeom prst="rect">
            <a:avLst/>
          </a:prstGeom>
          <a:noFill/>
        </p:spPr>
        <p:txBody>
          <a:bodyPr wrap="square">
            <a:spAutoFit/>
          </a:bodyPr>
          <a:lstStyle/>
          <a:p>
            <a:pPr algn="just"/>
            <a:r>
              <a:rPr lang="en-US" sz="2800" dirty="0">
                <a:latin typeface="Arial" panose="020B0604020202020204" pitchFamily="34" charset="0"/>
                <a:cs typeface="Arial" panose="020B0604020202020204" pitchFamily="34" charset="0"/>
              </a:rPr>
              <a:t>The factors that tends to influence the Opportunity:</a:t>
            </a:r>
          </a:p>
          <a:p>
            <a:pPr algn="just"/>
            <a:endParaRPr lang="en-US" sz="2800" dirty="0">
              <a:latin typeface="Arial" panose="020B0604020202020204" pitchFamily="34" charset="0"/>
              <a:cs typeface="Arial" panose="020B0604020202020204" pitchFamily="34" charset="0"/>
            </a:endParaRPr>
          </a:p>
          <a:p>
            <a:pPr algn="just"/>
            <a:r>
              <a:rPr lang="en-US" sz="2800" b="1" dirty="0">
                <a:latin typeface="Arial" panose="020B0604020202020204" pitchFamily="34" charset="0"/>
                <a:cs typeface="Arial" panose="020B0604020202020204" pitchFamily="34" charset="0"/>
              </a:rPr>
              <a:t>	Time </a:t>
            </a:r>
            <a:r>
              <a:rPr lang="en-US" sz="2800" dirty="0">
                <a:latin typeface="Arial" panose="020B0604020202020204" pitchFamily="34" charset="0"/>
                <a:cs typeface="Arial" panose="020B0604020202020204" pitchFamily="34" charset="0"/>
              </a:rPr>
              <a:t>is the one that affects the consumers to process the information, make decisions and perform certain behaviors.</a:t>
            </a:r>
          </a:p>
          <a:p>
            <a:pPr algn="just"/>
            <a:endParaRPr lang="en-US" sz="2800" dirty="0">
              <a:latin typeface="Arial" panose="020B0604020202020204" pitchFamily="34" charset="0"/>
              <a:cs typeface="Arial" panose="020B0604020202020204" pitchFamily="34" charset="0"/>
            </a:endParaRPr>
          </a:p>
          <a:p>
            <a:pPr algn="just"/>
            <a:r>
              <a:rPr lang="en-US" sz="2800" dirty="0">
                <a:latin typeface="Arial" panose="020B0604020202020204" pitchFamily="34" charset="0"/>
                <a:cs typeface="Arial" panose="020B0604020202020204" pitchFamily="34" charset="0"/>
              </a:rPr>
              <a:t>	Consumers under time pressures will be more likely to acquire less information, unprocessed information and less systematically, and will put pressure on acquiring negative information.</a:t>
            </a:r>
          </a:p>
          <a:p>
            <a:pPr algn="just"/>
            <a:endParaRPr lang="en-PH" sz="3200" dirty="0"/>
          </a:p>
        </p:txBody>
      </p:sp>
      <p:pic>
        <p:nvPicPr>
          <p:cNvPr id="10" name="Picture 9">
            <a:extLst>
              <a:ext uri="{FF2B5EF4-FFF2-40B4-BE49-F238E27FC236}">
                <a16:creationId xmlns:a16="http://schemas.microsoft.com/office/drawing/2014/main" id="{41D6A823-02D1-8171-A571-DE3D1CA6C00C}"/>
              </a:ext>
            </a:extLst>
          </p:cNvPr>
          <p:cNvPicPr>
            <a:picLocks noChangeAspect="1"/>
          </p:cNvPicPr>
          <p:nvPr/>
        </p:nvPicPr>
        <p:blipFill>
          <a:blip r:embed="rId6"/>
          <a:stretch>
            <a:fillRect/>
          </a:stretch>
        </p:blipFill>
        <p:spPr>
          <a:xfrm>
            <a:off x="11153224" y="3169157"/>
            <a:ext cx="5259259" cy="5259259"/>
          </a:xfrm>
          <a:prstGeom prst="rect">
            <a:avLst/>
          </a:prstGeom>
        </p:spPr>
      </p:pic>
    </p:spTree>
    <p:extLst>
      <p:ext uri="{BB962C8B-B14F-4D97-AF65-F5344CB8AC3E}">
        <p14:creationId xmlns:p14="http://schemas.microsoft.com/office/powerpoint/2010/main" val="34731222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B8642-9C16-A6CE-E7C0-B157B3C1081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C474812-5F2C-23FF-0F33-13CFABD08E0F}"/>
              </a:ext>
            </a:extLst>
          </p:cNvPr>
          <p:cNvSpPr/>
          <p:nvPr/>
        </p:nvSpPr>
        <p:spPr>
          <a:xfrm>
            <a:off x="0" y="-11061"/>
            <a:ext cx="6096000" cy="114300"/>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Rectangle 2">
            <a:extLst>
              <a:ext uri="{FF2B5EF4-FFF2-40B4-BE49-F238E27FC236}">
                <a16:creationId xmlns:a16="http://schemas.microsoft.com/office/drawing/2014/main" id="{7747E277-3E2C-B6CB-E61F-5D64BFBA7553}"/>
              </a:ext>
            </a:extLst>
          </p:cNvPr>
          <p:cNvSpPr/>
          <p:nvPr/>
        </p:nvSpPr>
        <p:spPr>
          <a:xfrm>
            <a:off x="6248400" y="0"/>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 name="Rectangle 3">
            <a:extLst>
              <a:ext uri="{FF2B5EF4-FFF2-40B4-BE49-F238E27FC236}">
                <a16:creationId xmlns:a16="http://schemas.microsoft.com/office/drawing/2014/main" id="{62D1FD81-7F1B-A15E-C65D-2F24ACFE1518}"/>
              </a:ext>
            </a:extLst>
          </p:cNvPr>
          <p:cNvSpPr/>
          <p:nvPr/>
        </p:nvSpPr>
        <p:spPr>
          <a:xfrm>
            <a:off x="12344400" y="0"/>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 name="Rectangle 4">
            <a:extLst>
              <a:ext uri="{FF2B5EF4-FFF2-40B4-BE49-F238E27FC236}">
                <a16:creationId xmlns:a16="http://schemas.microsoft.com/office/drawing/2014/main" id="{40D17CD5-A183-0601-56E9-3936DA38AA09}"/>
              </a:ext>
            </a:extLst>
          </p:cNvPr>
          <p:cNvSpPr/>
          <p:nvPr/>
        </p:nvSpPr>
        <p:spPr>
          <a:xfrm>
            <a:off x="0" y="10154265"/>
            <a:ext cx="6096000" cy="114300"/>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6" name="Rectangle 5">
            <a:extLst>
              <a:ext uri="{FF2B5EF4-FFF2-40B4-BE49-F238E27FC236}">
                <a16:creationId xmlns:a16="http://schemas.microsoft.com/office/drawing/2014/main" id="{95358C40-5C26-8213-5967-0EEACE21CA29}"/>
              </a:ext>
            </a:extLst>
          </p:cNvPr>
          <p:cNvSpPr/>
          <p:nvPr/>
        </p:nvSpPr>
        <p:spPr>
          <a:xfrm>
            <a:off x="6248400" y="10165326"/>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 name="Rectangle 6">
            <a:extLst>
              <a:ext uri="{FF2B5EF4-FFF2-40B4-BE49-F238E27FC236}">
                <a16:creationId xmlns:a16="http://schemas.microsoft.com/office/drawing/2014/main" id="{1DB4550A-96DB-8128-9A04-76FAD4F45D19}"/>
              </a:ext>
            </a:extLst>
          </p:cNvPr>
          <p:cNvSpPr/>
          <p:nvPr/>
        </p:nvSpPr>
        <p:spPr>
          <a:xfrm>
            <a:off x="12344400" y="10165326"/>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nvGrpSpPr>
          <p:cNvPr id="14" name="Group 30">
            <a:extLst>
              <a:ext uri="{FF2B5EF4-FFF2-40B4-BE49-F238E27FC236}">
                <a16:creationId xmlns:a16="http://schemas.microsoft.com/office/drawing/2014/main" id="{0DF1E009-1DEB-6D87-5F80-CA30AD0D60A7}"/>
              </a:ext>
            </a:extLst>
          </p:cNvPr>
          <p:cNvGrpSpPr/>
          <p:nvPr/>
        </p:nvGrpSpPr>
        <p:grpSpPr>
          <a:xfrm>
            <a:off x="-172611" y="9338569"/>
            <a:ext cx="3930275" cy="891767"/>
            <a:chOff x="0" y="0"/>
            <a:chExt cx="5240366" cy="1189023"/>
          </a:xfrm>
        </p:grpSpPr>
        <p:sp>
          <p:nvSpPr>
            <p:cNvPr id="15" name="Freeform 31">
              <a:extLst>
                <a:ext uri="{FF2B5EF4-FFF2-40B4-BE49-F238E27FC236}">
                  <a16:creationId xmlns:a16="http://schemas.microsoft.com/office/drawing/2014/main" id="{D0E4042F-F9FB-61FF-1688-8A8595B5176F}"/>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2"/>
              <a:stretch>
                <a:fillRect b="-39747"/>
              </a:stretch>
            </a:blipFill>
          </p:spPr>
        </p:sp>
        <p:sp>
          <p:nvSpPr>
            <p:cNvPr id="16" name="Freeform 32">
              <a:extLst>
                <a:ext uri="{FF2B5EF4-FFF2-40B4-BE49-F238E27FC236}">
                  <a16:creationId xmlns:a16="http://schemas.microsoft.com/office/drawing/2014/main" id="{991BA351-A603-4D25-CA38-572B592322FD}"/>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3"/>
              <a:stretch>
                <a:fillRect/>
              </a:stretch>
            </a:blipFill>
          </p:spPr>
        </p:sp>
        <p:sp>
          <p:nvSpPr>
            <p:cNvPr id="17" name="Freeform 33">
              <a:extLst>
                <a:ext uri="{FF2B5EF4-FFF2-40B4-BE49-F238E27FC236}">
                  <a16:creationId xmlns:a16="http://schemas.microsoft.com/office/drawing/2014/main" id="{5832AE4C-C3A9-AA02-269F-C264EBF28ECB}"/>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4"/>
              <a:stretch>
                <a:fillRect/>
              </a:stretch>
            </a:blipFill>
          </p:spPr>
        </p:sp>
        <p:sp>
          <p:nvSpPr>
            <p:cNvPr id="18" name="Freeform 34">
              <a:extLst>
                <a:ext uri="{FF2B5EF4-FFF2-40B4-BE49-F238E27FC236}">
                  <a16:creationId xmlns:a16="http://schemas.microsoft.com/office/drawing/2014/main" id="{E397B80F-D5D9-DA97-B315-A41FA42309B0}"/>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5"/>
              <a:stretch>
                <a:fillRect/>
              </a:stretch>
            </a:blipFill>
          </p:spPr>
        </p:sp>
      </p:grpSp>
      <p:grpSp>
        <p:nvGrpSpPr>
          <p:cNvPr id="19" name="Group 30">
            <a:extLst>
              <a:ext uri="{FF2B5EF4-FFF2-40B4-BE49-F238E27FC236}">
                <a16:creationId xmlns:a16="http://schemas.microsoft.com/office/drawing/2014/main" id="{C1B902B8-22EA-2CD6-E49A-B6A7BE3031B3}"/>
              </a:ext>
            </a:extLst>
          </p:cNvPr>
          <p:cNvGrpSpPr/>
          <p:nvPr/>
        </p:nvGrpSpPr>
        <p:grpSpPr>
          <a:xfrm>
            <a:off x="3597937" y="9326382"/>
            <a:ext cx="3930275" cy="891767"/>
            <a:chOff x="0" y="0"/>
            <a:chExt cx="5240366" cy="1189023"/>
          </a:xfrm>
        </p:grpSpPr>
        <p:sp>
          <p:nvSpPr>
            <p:cNvPr id="20" name="Freeform 31">
              <a:extLst>
                <a:ext uri="{FF2B5EF4-FFF2-40B4-BE49-F238E27FC236}">
                  <a16:creationId xmlns:a16="http://schemas.microsoft.com/office/drawing/2014/main" id="{F4B79DC9-13AB-6838-A700-AE2EE4051B7B}"/>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2"/>
              <a:stretch>
                <a:fillRect b="-39747"/>
              </a:stretch>
            </a:blipFill>
          </p:spPr>
        </p:sp>
        <p:sp>
          <p:nvSpPr>
            <p:cNvPr id="21" name="Freeform 32">
              <a:extLst>
                <a:ext uri="{FF2B5EF4-FFF2-40B4-BE49-F238E27FC236}">
                  <a16:creationId xmlns:a16="http://schemas.microsoft.com/office/drawing/2014/main" id="{4F1F114B-36C5-9DB5-58C6-D9DE267C06F3}"/>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3"/>
              <a:stretch>
                <a:fillRect/>
              </a:stretch>
            </a:blipFill>
          </p:spPr>
        </p:sp>
        <p:sp>
          <p:nvSpPr>
            <p:cNvPr id="22" name="Freeform 33">
              <a:extLst>
                <a:ext uri="{FF2B5EF4-FFF2-40B4-BE49-F238E27FC236}">
                  <a16:creationId xmlns:a16="http://schemas.microsoft.com/office/drawing/2014/main" id="{54FB7F86-0D69-E742-608D-1711131932F6}"/>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4"/>
              <a:stretch>
                <a:fillRect/>
              </a:stretch>
            </a:blipFill>
          </p:spPr>
        </p:sp>
        <p:sp>
          <p:nvSpPr>
            <p:cNvPr id="23" name="Freeform 34">
              <a:extLst>
                <a:ext uri="{FF2B5EF4-FFF2-40B4-BE49-F238E27FC236}">
                  <a16:creationId xmlns:a16="http://schemas.microsoft.com/office/drawing/2014/main" id="{05E14B95-D017-B975-BF53-52B2D0F02F86}"/>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5"/>
              <a:stretch>
                <a:fillRect/>
              </a:stretch>
            </a:blipFill>
          </p:spPr>
        </p:sp>
      </p:grpSp>
      <p:grpSp>
        <p:nvGrpSpPr>
          <p:cNvPr id="24" name="Group 30">
            <a:extLst>
              <a:ext uri="{FF2B5EF4-FFF2-40B4-BE49-F238E27FC236}">
                <a16:creationId xmlns:a16="http://schemas.microsoft.com/office/drawing/2014/main" id="{B93E1D49-704E-BC4F-11E5-A996619308CA}"/>
              </a:ext>
            </a:extLst>
          </p:cNvPr>
          <p:cNvGrpSpPr/>
          <p:nvPr/>
        </p:nvGrpSpPr>
        <p:grpSpPr>
          <a:xfrm>
            <a:off x="7418962" y="9257303"/>
            <a:ext cx="3930275" cy="891767"/>
            <a:chOff x="0" y="0"/>
            <a:chExt cx="5240366" cy="1189023"/>
          </a:xfrm>
        </p:grpSpPr>
        <p:sp>
          <p:nvSpPr>
            <p:cNvPr id="25" name="Freeform 31">
              <a:extLst>
                <a:ext uri="{FF2B5EF4-FFF2-40B4-BE49-F238E27FC236}">
                  <a16:creationId xmlns:a16="http://schemas.microsoft.com/office/drawing/2014/main" id="{A3661054-99D1-47CE-54F2-7107DFA4B2D5}"/>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2"/>
              <a:stretch>
                <a:fillRect b="-39747"/>
              </a:stretch>
            </a:blipFill>
          </p:spPr>
        </p:sp>
        <p:sp>
          <p:nvSpPr>
            <p:cNvPr id="26" name="Freeform 32">
              <a:extLst>
                <a:ext uri="{FF2B5EF4-FFF2-40B4-BE49-F238E27FC236}">
                  <a16:creationId xmlns:a16="http://schemas.microsoft.com/office/drawing/2014/main" id="{C37F5FDD-9737-975D-3C7A-995C7B1B01FE}"/>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3"/>
              <a:stretch>
                <a:fillRect/>
              </a:stretch>
            </a:blipFill>
          </p:spPr>
        </p:sp>
        <p:sp>
          <p:nvSpPr>
            <p:cNvPr id="27" name="Freeform 33">
              <a:extLst>
                <a:ext uri="{FF2B5EF4-FFF2-40B4-BE49-F238E27FC236}">
                  <a16:creationId xmlns:a16="http://schemas.microsoft.com/office/drawing/2014/main" id="{6F551D36-DD44-012D-B9EE-27329E504A58}"/>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4"/>
              <a:stretch>
                <a:fillRect/>
              </a:stretch>
            </a:blipFill>
          </p:spPr>
        </p:sp>
        <p:sp>
          <p:nvSpPr>
            <p:cNvPr id="28" name="Freeform 34">
              <a:extLst>
                <a:ext uri="{FF2B5EF4-FFF2-40B4-BE49-F238E27FC236}">
                  <a16:creationId xmlns:a16="http://schemas.microsoft.com/office/drawing/2014/main" id="{12BB6D0A-AC76-8B36-C740-90E794B09035}"/>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5"/>
              <a:stretch>
                <a:fillRect/>
              </a:stretch>
            </a:blipFill>
          </p:spPr>
        </p:sp>
      </p:grpSp>
      <p:grpSp>
        <p:nvGrpSpPr>
          <p:cNvPr id="29" name="Group 30">
            <a:extLst>
              <a:ext uri="{FF2B5EF4-FFF2-40B4-BE49-F238E27FC236}">
                <a16:creationId xmlns:a16="http://schemas.microsoft.com/office/drawing/2014/main" id="{928810D9-DFFC-692E-3599-3ED5FC06B5BC}"/>
              </a:ext>
            </a:extLst>
          </p:cNvPr>
          <p:cNvGrpSpPr/>
          <p:nvPr/>
        </p:nvGrpSpPr>
        <p:grpSpPr>
          <a:xfrm>
            <a:off x="11189510" y="9264956"/>
            <a:ext cx="3930275" cy="891767"/>
            <a:chOff x="0" y="0"/>
            <a:chExt cx="5240366" cy="1189023"/>
          </a:xfrm>
        </p:grpSpPr>
        <p:sp>
          <p:nvSpPr>
            <p:cNvPr id="30" name="Freeform 31">
              <a:extLst>
                <a:ext uri="{FF2B5EF4-FFF2-40B4-BE49-F238E27FC236}">
                  <a16:creationId xmlns:a16="http://schemas.microsoft.com/office/drawing/2014/main" id="{43186C93-63F2-C683-ED1E-A7CAF8FEA7D7}"/>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2"/>
              <a:stretch>
                <a:fillRect b="-39747"/>
              </a:stretch>
            </a:blipFill>
          </p:spPr>
        </p:sp>
        <p:sp>
          <p:nvSpPr>
            <p:cNvPr id="31" name="Freeform 32">
              <a:extLst>
                <a:ext uri="{FF2B5EF4-FFF2-40B4-BE49-F238E27FC236}">
                  <a16:creationId xmlns:a16="http://schemas.microsoft.com/office/drawing/2014/main" id="{B01083F9-D9F3-9286-F94D-995E7A085A00}"/>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3"/>
              <a:stretch>
                <a:fillRect/>
              </a:stretch>
            </a:blipFill>
          </p:spPr>
        </p:sp>
        <p:sp>
          <p:nvSpPr>
            <p:cNvPr id="32" name="Freeform 33">
              <a:extLst>
                <a:ext uri="{FF2B5EF4-FFF2-40B4-BE49-F238E27FC236}">
                  <a16:creationId xmlns:a16="http://schemas.microsoft.com/office/drawing/2014/main" id="{596898CE-2F00-4297-B143-0F66F563AB8F}"/>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4"/>
              <a:stretch>
                <a:fillRect/>
              </a:stretch>
            </a:blipFill>
          </p:spPr>
        </p:sp>
        <p:sp>
          <p:nvSpPr>
            <p:cNvPr id="33" name="Freeform 34">
              <a:extLst>
                <a:ext uri="{FF2B5EF4-FFF2-40B4-BE49-F238E27FC236}">
                  <a16:creationId xmlns:a16="http://schemas.microsoft.com/office/drawing/2014/main" id="{D8EE7E55-0267-53D1-2D2C-0C7A4036712A}"/>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5"/>
              <a:stretch>
                <a:fillRect/>
              </a:stretch>
            </a:blipFill>
          </p:spPr>
        </p:sp>
      </p:grpSp>
      <p:grpSp>
        <p:nvGrpSpPr>
          <p:cNvPr id="34" name="Group 30">
            <a:extLst>
              <a:ext uri="{FF2B5EF4-FFF2-40B4-BE49-F238E27FC236}">
                <a16:creationId xmlns:a16="http://schemas.microsoft.com/office/drawing/2014/main" id="{5DF31934-D86D-7237-72C8-273D57D10373}"/>
              </a:ext>
            </a:extLst>
          </p:cNvPr>
          <p:cNvGrpSpPr/>
          <p:nvPr/>
        </p:nvGrpSpPr>
        <p:grpSpPr>
          <a:xfrm>
            <a:off x="14849554" y="9299398"/>
            <a:ext cx="3930275" cy="891767"/>
            <a:chOff x="0" y="0"/>
            <a:chExt cx="5240366" cy="1189023"/>
          </a:xfrm>
        </p:grpSpPr>
        <p:sp>
          <p:nvSpPr>
            <p:cNvPr id="35" name="Freeform 31">
              <a:extLst>
                <a:ext uri="{FF2B5EF4-FFF2-40B4-BE49-F238E27FC236}">
                  <a16:creationId xmlns:a16="http://schemas.microsoft.com/office/drawing/2014/main" id="{5D6912E1-8A55-437C-D192-FE913D318A2C}"/>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2"/>
              <a:stretch>
                <a:fillRect b="-39747"/>
              </a:stretch>
            </a:blipFill>
          </p:spPr>
        </p:sp>
        <p:sp>
          <p:nvSpPr>
            <p:cNvPr id="36" name="Freeform 32">
              <a:extLst>
                <a:ext uri="{FF2B5EF4-FFF2-40B4-BE49-F238E27FC236}">
                  <a16:creationId xmlns:a16="http://schemas.microsoft.com/office/drawing/2014/main" id="{06BB782E-5A0E-B92B-D2E1-B3A6CEB806C4}"/>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3"/>
              <a:stretch>
                <a:fillRect/>
              </a:stretch>
            </a:blipFill>
          </p:spPr>
        </p:sp>
        <p:sp>
          <p:nvSpPr>
            <p:cNvPr id="37" name="Freeform 33">
              <a:extLst>
                <a:ext uri="{FF2B5EF4-FFF2-40B4-BE49-F238E27FC236}">
                  <a16:creationId xmlns:a16="http://schemas.microsoft.com/office/drawing/2014/main" id="{56A34DF8-20AE-DDA1-D43C-3361AC07F713}"/>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4"/>
              <a:stretch>
                <a:fillRect/>
              </a:stretch>
            </a:blipFill>
          </p:spPr>
        </p:sp>
        <p:sp>
          <p:nvSpPr>
            <p:cNvPr id="38" name="Freeform 34">
              <a:extLst>
                <a:ext uri="{FF2B5EF4-FFF2-40B4-BE49-F238E27FC236}">
                  <a16:creationId xmlns:a16="http://schemas.microsoft.com/office/drawing/2014/main" id="{D425D62D-3B44-06B0-1293-12C85AD0C82A}"/>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5"/>
              <a:stretch>
                <a:fillRect/>
              </a:stretch>
            </a:blipFill>
          </p:spPr>
        </p:sp>
      </p:grpSp>
      <p:sp>
        <p:nvSpPr>
          <p:cNvPr id="8" name="Freeform 17">
            <a:extLst>
              <a:ext uri="{FF2B5EF4-FFF2-40B4-BE49-F238E27FC236}">
                <a16:creationId xmlns:a16="http://schemas.microsoft.com/office/drawing/2014/main" id="{01952107-4D04-C006-F888-9466A9559B81}"/>
              </a:ext>
            </a:extLst>
          </p:cNvPr>
          <p:cNvSpPr/>
          <p:nvPr/>
        </p:nvSpPr>
        <p:spPr>
          <a:xfrm>
            <a:off x="326130" y="521285"/>
            <a:ext cx="9122670" cy="891767"/>
          </a:xfrm>
          <a:custGeom>
            <a:avLst/>
            <a:gdLst/>
            <a:ahLst/>
            <a:cxnLst/>
            <a:rect l="l" t="t" r="r" b="b"/>
            <a:pathLst>
              <a:path w="3432585" h="571910">
                <a:moveTo>
                  <a:pt x="30295" y="0"/>
                </a:moveTo>
                <a:lnTo>
                  <a:pt x="3402290" y="0"/>
                </a:lnTo>
                <a:cubicBezTo>
                  <a:pt x="3410325" y="0"/>
                  <a:pt x="3418031" y="3192"/>
                  <a:pt x="3423712" y="8873"/>
                </a:cubicBezTo>
                <a:cubicBezTo>
                  <a:pt x="3429393" y="14555"/>
                  <a:pt x="3432585" y="22260"/>
                  <a:pt x="3432585" y="30295"/>
                </a:cubicBezTo>
                <a:lnTo>
                  <a:pt x="3432585" y="541615"/>
                </a:lnTo>
                <a:cubicBezTo>
                  <a:pt x="3432585" y="558347"/>
                  <a:pt x="3419022" y="571910"/>
                  <a:pt x="3402290" y="571910"/>
                </a:cubicBezTo>
                <a:lnTo>
                  <a:pt x="30295" y="571910"/>
                </a:lnTo>
                <a:cubicBezTo>
                  <a:pt x="22260" y="571910"/>
                  <a:pt x="14555" y="568719"/>
                  <a:pt x="8873" y="563037"/>
                </a:cubicBezTo>
                <a:cubicBezTo>
                  <a:pt x="3192" y="557356"/>
                  <a:pt x="0" y="549650"/>
                  <a:pt x="0" y="541615"/>
                </a:cubicBezTo>
                <a:lnTo>
                  <a:pt x="0" y="30295"/>
                </a:lnTo>
                <a:cubicBezTo>
                  <a:pt x="0" y="22260"/>
                  <a:pt x="3192" y="14555"/>
                  <a:pt x="8873" y="8873"/>
                </a:cubicBezTo>
                <a:cubicBezTo>
                  <a:pt x="14555" y="3192"/>
                  <a:pt x="22260" y="0"/>
                  <a:pt x="30295" y="0"/>
                </a:cubicBezTo>
                <a:close/>
              </a:path>
            </a:pathLst>
          </a:custGeom>
          <a:solidFill>
            <a:schemeClr val="accent6">
              <a:lumMod val="75000"/>
            </a:schemeClr>
          </a:solidFill>
          <a:ln w="66675" cap="rnd">
            <a:solidFill>
              <a:schemeClr val="accent6">
                <a:lumMod val="75000"/>
              </a:schemeClr>
            </a:solidFill>
            <a:prstDash val="solid"/>
            <a:round/>
          </a:ln>
        </p:spPr>
        <p:txBody>
          <a:bodyPr/>
          <a:lstStyle/>
          <a:p>
            <a:endParaRPr lang="en-PH" dirty="0"/>
          </a:p>
        </p:txBody>
      </p:sp>
      <p:sp>
        <p:nvSpPr>
          <p:cNvPr id="9" name="TextBox 18">
            <a:extLst>
              <a:ext uri="{FF2B5EF4-FFF2-40B4-BE49-F238E27FC236}">
                <a16:creationId xmlns:a16="http://schemas.microsoft.com/office/drawing/2014/main" id="{2AB882DA-845E-6D78-7D0D-C812366CEFE9}"/>
              </a:ext>
            </a:extLst>
          </p:cNvPr>
          <p:cNvSpPr txBox="1"/>
          <p:nvPr/>
        </p:nvSpPr>
        <p:spPr>
          <a:xfrm>
            <a:off x="533400" y="647700"/>
            <a:ext cx="8610599" cy="609600"/>
          </a:xfrm>
          <a:prstGeom prst="rect">
            <a:avLst/>
          </a:prstGeom>
          <a:solidFill>
            <a:srgbClr val="FFC000"/>
          </a:solidFill>
          <a:ln>
            <a:solidFill>
              <a:srgbClr val="FFC000"/>
            </a:solidFill>
          </a:ln>
        </p:spPr>
        <p:txBody>
          <a:bodyPr lIns="50800" tIns="50800" rIns="50800" bIns="50800" rtlCol="0" anchor="ctr"/>
          <a:lstStyle/>
          <a:p>
            <a:pPr algn="ctr"/>
            <a:r>
              <a:rPr lang="en-US" sz="3600" b="1" dirty="0">
                <a:latin typeface="Arial" panose="020B0604020202020204" pitchFamily="34" charset="0"/>
                <a:ea typeface="Calibri" panose="020F0502020204030204" pitchFamily="34" charset="0"/>
                <a:cs typeface="Arial" panose="020B0604020202020204" pitchFamily="34" charset="0"/>
              </a:rPr>
              <a:t>OPPORTUNITY</a:t>
            </a:r>
            <a:endParaRPr lang="en-US" sz="8800" b="1" dirty="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73CE5F12-6578-EA18-D912-7490574DDB62}"/>
              </a:ext>
            </a:extLst>
          </p:cNvPr>
          <p:cNvSpPr txBox="1"/>
          <p:nvPr/>
        </p:nvSpPr>
        <p:spPr>
          <a:xfrm>
            <a:off x="579508" y="2094427"/>
            <a:ext cx="16956399" cy="5509200"/>
          </a:xfrm>
          <a:prstGeom prst="rect">
            <a:avLst/>
          </a:prstGeom>
          <a:noFill/>
        </p:spPr>
        <p:txBody>
          <a:bodyPr wrap="square">
            <a:spAutoFit/>
          </a:bodyPr>
          <a:lstStyle/>
          <a:p>
            <a:pPr algn="just"/>
            <a:r>
              <a:rPr lang="en-US" sz="3200" b="1" dirty="0">
                <a:latin typeface="Arial" panose="020B0604020202020204" pitchFamily="34" charset="0"/>
                <a:cs typeface="Arial" panose="020B0604020202020204" pitchFamily="34" charset="0"/>
              </a:rPr>
              <a:t>Complexity, amount, repetition and control of information</a:t>
            </a:r>
          </a:p>
          <a:p>
            <a:pPr algn="just"/>
            <a:endParaRPr lang="en-US" sz="3200" b="1" dirty="0">
              <a:latin typeface="Arial" panose="020B0604020202020204" pitchFamily="34" charset="0"/>
              <a:cs typeface="Arial" panose="020B0604020202020204" pitchFamily="34" charset="0"/>
            </a:endParaRPr>
          </a:p>
          <a:p>
            <a:pPr marL="457200" indent="-457200" algn="just">
              <a:buFont typeface="Arial" panose="020B0604020202020204" pitchFamily="34" charset="0"/>
              <a:buChar char="•"/>
            </a:pPr>
            <a:r>
              <a:rPr lang="en-US" sz="3200" dirty="0">
                <a:latin typeface="Arial" panose="020B0604020202020204" pitchFamily="34" charset="0"/>
                <a:cs typeface="Arial" panose="020B0604020202020204" pitchFamily="34" charset="0"/>
              </a:rPr>
              <a:t>Consumers find technical or quantitative information more difficult to handle than non technical and qualitative data, a situation that inhibits processing.</a:t>
            </a:r>
          </a:p>
          <a:p>
            <a:pPr marL="457200" indent="-457200" algn="just">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lgn="just">
              <a:buFont typeface="Arial" panose="020B0604020202020204" pitchFamily="34" charset="0"/>
              <a:buChar char="•"/>
            </a:pPr>
            <a:r>
              <a:rPr lang="en-US" sz="3200" dirty="0">
                <a:latin typeface="Arial" panose="020B0604020202020204" pitchFamily="34" charset="0"/>
                <a:cs typeface="Arial" panose="020B0604020202020204" pitchFamily="34" charset="0"/>
              </a:rPr>
              <a:t>If the amount of information is too much they get overwhelmed and fail to process it.</a:t>
            </a:r>
          </a:p>
          <a:p>
            <a:pPr marL="457200" indent="-457200" algn="just">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lgn="just">
              <a:buFont typeface="Arial" panose="020B0604020202020204" pitchFamily="34" charset="0"/>
              <a:buChar char="•"/>
            </a:pPr>
            <a:r>
              <a:rPr lang="en-US" sz="3200" dirty="0">
                <a:latin typeface="Arial" panose="020B0604020202020204" pitchFamily="34" charset="0"/>
                <a:cs typeface="Arial" panose="020B0604020202020204" pitchFamily="34" charset="0"/>
              </a:rPr>
              <a:t>If the consumers are repeatedly exposed to this information, they have more time to think and process the complexity of the information will be easier. Consumers remember and learn more when they can control the flow of information that is presented to them by the marketers.</a:t>
            </a:r>
            <a:endParaRPr lang="en-PH" sz="3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78062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55F93-5E1E-0D8C-7312-833EC9EAAAB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E9FF8E9-82F7-466C-28FE-BC4AB0F4A4D5}"/>
              </a:ext>
            </a:extLst>
          </p:cNvPr>
          <p:cNvSpPr/>
          <p:nvPr/>
        </p:nvSpPr>
        <p:spPr>
          <a:xfrm>
            <a:off x="0" y="-11061"/>
            <a:ext cx="6096000" cy="114300"/>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Rectangle 2">
            <a:extLst>
              <a:ext uri="{FF2B5EF4-FFF2-40B4-BE49-F238E27FC236}">
                <a16:creationId xmlns:a16="http://schemas.microsoft.com/office/drawing/2014/main" id="{653CFF2F-2575-73AC-611F-2064344C9C00}"/>
              </a:ext>
            </a:extLst>
          </p:cNvPr>
          <p:cNvSpPr/>
          <p:nvPr/>
        </p:nvSpPr>
        <p:spPr>
          <a:xfrm>
            <a:off x="6248400" y="0"/>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 name="Rectangle 3">
            <a:extLst>
              <a:ext uri="{FF2B5EF4-FFF2-40B4-BE49-F238E27FC236}">
                <a16:creationId xmlns:a16="http://schemas.microsoft.com/office/drawing/2014/main" id="{E605F0B7-F0E1-A7B8-3652-067B5E929A7F}"/>
              </a:ext>
            </a:extLst>
          </p:cNvPr>
          <p:cNvSpPr/>
          <p:nvPr/>
        </p:nvSpPr>
        <p:spPr>
          <a:xfrm>
            <a:off x="12344400" y="0"/>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 name="Rectangle 4">
            <a:extLst>
              <a:ext uri="{FF2B5EF4-FFF2-40B4-BE49-F238E27FC236}">
                <a16:creationId xmlns:a16="http://schemas.microsoft.com/office/drawing/2014/main" id="{815D5D70-8A63-58BE-C6EF-7623CD26734F}"/>
              </a:ext>
            </a:extLst>
          </p:cNvPr>
          <p:cNvSpPr/>
          <p:nvPr/>
        </p:nvSpPr>
        <p:spPr>
          <a:xfrm>
            <a:off x="0" y="10154265"/>
            <a:ext cx="6096000" cy="114300"/>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6" name="Rectangle 5">
            <a:extLst>
              <a:ext uri="{FF2B5EF4-FFF2-40B4-BE49-F238E27FC236}">
                <a16:creationId xmlns:a16="http://schemas.microsoft.com/office/drawing/2014/main" id="{493A30B2-2F0D-A657-D842-3182F900C642}"/>
              </a:ext>
            </a:extLst>
          </p:cNvPr>
          <p:cNvSpPr/>
          <p:nvPr/>
        </p:nvSpPr>
        <p:spPr>
          <a:xfrm>
            <a:off x="6248400" y="10165326"/>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 name="Rectangle 6">
            <a:extLst>
              <a:ext uri="{FF2B5EF4-FFF2-40B4-BE49-F238E27FC236}">
                <a16:creationId xmlns:a16="http://schemas.microsoft.com/office/drawing/2014/main" id="{30DE874A-FF0E-8B00-6895-423871F5AA38}"/>
              </a:ext>
            </a:extLst>
          </p:cNvPr>
          <p:cNvSpPr/>
          <p:nvPr/>
        </p:nvSpPr>
        <p:spPr>
          <a:xfrm>
            <a:off x="12344400" y="10165326"/>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nvGrpSpPr>
          <p:cNvPr id="14" name="Group 30">
            <a:extLst>
              <a:ext uri="{FF2B5EF4-FFF2-40B4-BE49-F238E27FC236}">
                <a16:creationId xmlns:a16="http://schemas.microsoft.com/office/drawing/2014/main" id="{56CFFF45-26DA-C4AC-4B94-4BC484C56718}"/>
              </a:ext>
            </a:extLst>
          </p:cNvPr>
          <p:cNvGrpSpPr/>
          <p:nvPr/>
        </p:nvGrpSpPr>
        <p:grpSpPr>
          <a:xfrm>
            <a:off x="-172611" y="9338569"/>
            <a:ext cx="3930275" cy="891767"/>
            <a:chOff x="0" y="0"/>
            <a:chExt cx="5240366" cy="1189023"/>
          </a:xfrm>
        </p:grpSpPr>
        <p:sp>
          <p:nvSpPr>
            <p:cNvPr id="15" name="Freeform 31">
              <a:extLst>
                <a:ext uri="{FF2B5EF4-FFF2-40B4-BE49-F238E27FC236}">
                  <a16:creationId xmlns:a16="http://schemas.microsoft.com/office/drawing/2014/main" id="{02824776-29CD-A9CF-74BE-BE8899FF09DC}"/>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2"/>
              <a:stretch>
                <a:fillRect b="-39747"/>
              </a:stretch>
            </a:blipFill>
          </p:spPr>
        </p:sp>
        <p:sp>
          <p:nvSpPr>
            <p:cNvPr id="16" name="Freeform 32">
              <a:extLst>
                <a:ext uri="{FF2B5EF4-FFF2-40B4-BE49-F238E27FC236}">
                  <a16:creationId xmlns:a16="http://schemas.microsoft.com/office/drawing/2014/main" id="{E8724620-53BF-BA23-B22A-D13E97F27B65}"/>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3"/>
              <a:stretch>
                <a:fillRect/>
              </a:stretch>
            </a:blipFill>
          </p:spPr>
        </p:sp>
        <p:sp>
          <p:nvSpPr>
            <p:cNvPr id="17" name="Freeform 33">
              <a:extLst>
                <a:ext uri="{FF2B5EF4-FFF2-40B4-BE49-F238E27FC236}">
                  <a16:creationId xmlns:a16="http://schemas.microsoft.com/office/drawing/2014/main" id="{F53E3E35-3C01-1EAC-927C-7F59B7D4F0D8}"/>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4"/>
              <a:stretch>
                <a:fillRect/>
              </a:stretch>
            </a:blipFill>
          </p:spPr>
        </p:sp>
        <p:sp>
          <p:nvSpPr>
            <p:cNvPr id="18" name="Freeform 34">
              <a:extLst>
                <a:ext uri="{FF2B5EF4-FFF2-40B4-BE49-F238E27FC236}">
                  <a16:creationId xmlns:a16="http://schemas.microsoft.com/office/drawing/2014/main" id="{E239BAB0-DCB7-A1D3-E207-584E99D16809}"/>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5"/>
              <a:stretch>
                <a:fillRect/>
              </a:stretch>
            </a:blipFill>
          </p:spPr>
        </p:sp>
      </p:grpSp>
      <p:grpSp>
        <p:nvGrpSpPr>
          <p:cNvPr id="19" name="Group 30">
            <a:extLst>
              <a:ext uri="{FF2B5EF4-FFF2-40B4-BE49-F238E27FC236}">
                <a16:creationId xmlns:a16="http://schemas.microsoft.com/office/drawing/2014/main" id="{0222E48A-B46B-CAF3-24D5-57C0B4FAEDE5}"/>
              </a:ext>
            </a:extLst>
          </p:cNvPr>
          <p:cNvGrpSpPr/>
          <p:nvPr/>
        </p:nvGrpSpPr>
        <p:grpSpPr>
          <a:xfrm>
            <a:off x="3597937" y="9326382"/>
            <a:ext cx="3930275" cy="891767"/>
            <a:chOff x="0" y="0"/>
            <a:chExt cx="5240366" cy="1189023"/>
          </a:xfrm>
        </p:grpSpPr>
        <p:sp>
          <p:nvSpPr>
            <p:cNvPr id="20" name="Freeform 31">
              <a:extLst>
                <a:ext uri="{FF2B5EF4-FFF2-40B4-BE49-F238E27FC236}">
                  <a16:creationId xmlns:a16="http://schemas.microsoft.com/office/drawing/2014/main" id="{141EF2EE-527E-32F4-1C4B-AF6687D6F258}"/>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2"/>
              <a:stretch>
                <a:fillRect b="-39747"/>
              </a:stretch>
            </a:blipFill>
          </p:spPr>
        </p:sp>
        <p:sp>
          <p:nvSpPr>
            <p:cNvPr id="21" name="Freeform 32">
              <a:extLst>
                <a:ext uri="{FF2B5EF4-FFF2-40B4-BE49-F238E27FC236}">
                  <a16:creationId xmlns:a16="http://schemas.microsoft.com/office/drawing/2014/main" id="{750CC0AC-67A0-56BA-F888-78DDE1BB6718}"/>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3"/>
              <a:stretch>
                <a:fillRect/>
              </a:stretch>
            </a:blipFill>
          </p:spPr>
        </p:sp>
        <p:sp>
          <p:nvSpPr>
            <p:cNvPr id="22" name="Freeform 33">
              <a:extLst>
                <a:ext uri="{FF2B5EF4-FFF2-40B4-BE49-F238E27FC236}">
                  <a16:creationId xmlns:a16="http://schemas.microsoft.com/office/drawing/2014/main" id="{D29FE065-A6F9-20A6-ABAC-12EB7E44E810}"/>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4"/>
              <a:stretch>
                <a:fillRect/>
              </a:stretch>
            </a:blipFill>
          </p:spPr>
        </p:sp>
        <p:sp>
          <p:nvSpPr>
            <p:cNvPr id="23" name="Freeform 34">
              <a:extLst>
                <a:ext uri="{FF2B5EF4-FFF2-40B4-BE49-F238E27FC236}">
                  <a16:creationId xmlns:a16="http://schemas.microsoft.com/office/drawing/2014/main" id="{5A5A0E13-B913-8E26-06BF-CA2F171CADAB}"/>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5"/>
              <a:stretch>
                <a:fillRect/>
              </a:stretch>
            </a:blipFill>
          </p:spPr>
        </p:sp>
      </p:grpSp>
      <p:grpSp>
        <p:nvGrpSpPr>
          <p:cNvPr id="24" name="Group 30">
            <a:extLst>
              <a:ext uri="{FF2B5EF4-FFF2-40B4-BE49-F238E27FC236}">
                <a16:creationId xmlns:a16="http://schemas.microsoft.com/office/drawing/2014/main" id="{8F6AA763-510E-A8CC-81D5-4604184FB8FC}"/>
              </a:ext>
            </a:extLst>
          </p:cNvPr>
          <p:cNvGrpSpPr/>
          <p:nvPr/>
        </p:nvGrpSpPr>
        <p:grpSpPr>
          <a:xfrm>
            <a:off x="7418962" y="9257303"/>
            <a:ext cx="3930275" cy="891767"/>
            <a:chOff x="0" y="0"/>
            <a:chExt cx="5240366" cy="1189023"/>
          </a:xfrm>
        </p:grpSpPr>
        <p:sp>
          <p:nvSpPr>
            <p:cNvPr id="25" name="Freeform 31">
              <a:extLst>
                <a:ext uri="{FF2B5EF4-FFF2-40B4-BE49-F238E27FC236}">
                  <a16:creationId xmlns:a16="http://schemas.microsoft.com/office/drawing/2014/main" id="{921DE43E-C3D5-C90D-AF01-4A8A3B877AFC}"/>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2"/>
              <a:stretch>
                <a:fillRect b="-39747"/>
              </a:stretch>
            </a:blipFill>
          </p:spPr>
        </p:sp>
        <p:sp>
          <p:nvSpPr>
            <p:cNvPr id="26" name="Freeform 32">
              <a:extLst>
                <a:ext uri="{FF2B5EF4-FFF2-40B4-BE49-F238E27FC236}">
                  <a16:creationId xmlns:a16="http://schemas.microsoft.com/office/drawing/2014/main" id="{F43F4043-1FA1-1712-654E-14440EE3970F}"/>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3"/>
              <a:stretch>
                <a:fillRect/>
              </a:stretch>
            </a:blipFill>
          </p:spPr>
        </p:sp>
        <p:sp>
          <p:nvSpPr>
            <p:cNvPr id="27" name="Freeform 33">
              <a:extLst>
                <a:ext uri="{FF2B5EF4-FFF2-40B4-BE49-F238E27FC236}">
                  <a16:creationId xmlns:a16="http://schemas.microsoft.com/office/drawing/2014/main" id="{A94573A5-263A-A3CB-0A24-58E1A4BF0CBF}"/>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4"/>
              <a:stretch>
                <a:fillRect/>
              </a:stretch>
            </a:blipFill>
          </p:spPr>
        </p:sp>
        <p:sp>
          <p:nvSpPr>
            <p:cNvPr id="28" name="Freeform 34">
              <a:extLst>
                <a:ext uri="{FF2B5EF4-FFF2-40B4-BE49-F238E27FC236}">
                  <a16:creationId xmlns:a16="http://schemas.microsoft.com/office/drawing/2014/main" id="{A4DDA234-E8EF-4D43-5F40-53AA1F06C24A}"/>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5"/>
              <a:stretch>
                <a:fillRect/>
              </a:stretch>
            </a:blipFill>
          </p:spPr>
        </p:sp>
      </p:grpSp>
      <p:grpSp>
        <p:nvGrpSpPr>
          <p:cNvPr id="29" name="Group 30">
            <a:extLst>
              <a:ext uri="{FF2B5EF4-FFF2-40B4-BE49-F238E27FC236}">
                <a16:creationId xmlns:a16="http://schemas.microsoft.com/office/drawing/2014/main" id="{B333AC03-6694-913C-B4D7-0945079E1BF7}"/>
              </a:ext>
            </a:extLst>
          </p:cNvPr>
          <p:cNvGrpSpPr/>
          <p:nvPr/>
        </p:nvGrpSpPr>
        <p:grpSpPr>
          <a:xfrm>
            <a:off x="11189510" y="9264956"/>
            <a:ext cx="3930275" cy="891767"/>
            <a:chOff x="0" y="0"/>
            <a:chExt cx="5240366" cy="1189023"/>
          </a:xfrm>
        </p:grpSpPr>
        <p:sp>
          <p:nvSpPr>
            <p:cNvPr id="30" name="Freeform 31">
              <a:extLst>
                <a:ext uri="{FF2B5EF4-FFF2-40B4-BE49-F238E27FC236}">
                  <a16:creationId xmlns:a16="http://schemas.microsoft.com/office/drawing/2014/main" id="{E3A9AF07-6F5A-B1B9-6D18-0DA0366C5E7F}"/>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2"/>
              <a:stretch>
                <a:fillRect b="-39747"/>
              </a:stretch>
            </a:blipFill>
          </p:spPr>
        </p:sp>
        <p:sp>
          <p:nvSpPr>
            <p:cNvPr id="31" name="Freeform 32">
              <a:extLst>
                <a:ext uri="{FF2B5EF4-FFF2-40B4-BE49-F238E27FC236}">
                  <a16:creationId xmlns:a16="http://schemas.microsoft.com/office/drawing/2014/main" id="{F932894C-2734-5341-3536-B7FEEE516452}"/>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3"/>
              <a:stretch>
                <a:fillRect/>
              </a:stretch>
            </a:blipFill>
          </p:spPr>
        </p:sp>
        <p:sp>
          <p:nvSpPr>
            <p:cNvPr id="32" name="Freeform 33">
              <a:extLst>
                <a:ext uri="{FF2B5EF4-FFF2-40B4-BE49-F238E27FC236}">
                  <a16:creationId xmlns:a16="http://schemas.microsoft.com/office/drawing/2014/main" id="{77E37BED-8B4D-84FA-671A-ADE7BA2E90C2}"/>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4"/>
              <a:stretch>
                <a:fillRect/>
              </a:stretch>
            </a:blipFill>
          </p:spPr>
        </p:sp>
        <p:sp>
          <p:nvSpPr>
            <p:cNvPr id="33" name="Freeform 34">
              <a:extLst>
                <a:ext uri="{FF2B5EF4-FFF2-40B4-BE49-F238E27FC236}">
                  <a16:creationId xmlns:a16="http://schemas.microsoft.com/office/drawing/2014/main" id="{640F4449-2BDF-E95F-D75A-1E590AB48B43}"/>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5"/>
              <a:stretch>
                <a:fillRect/>
              </a:stretch>
            </a:blipFill>
          </p:spPr>
        </p:sp>
      </p:grpSp>
      <p:grpSp>
        <p:nvGrpSpPr>
          <p:cNvPr id="34" name="Group 30">
            <a:extLst>
              <a:ext uri="{FF2B5EF4-FFF2-40B4-BE49-F238E27FC236}">
                <a16:creationId xmlns:a16="http://schemas.microsoft.com/office/drawing/2014/main" id="{C322CFE1-0405-2665-BAA3-EF3DE4B429E4}"/>
              </a:ext>
            </a:extLst>
          </p:cNvPr>
          <p:cNvGrpSpPr/>
          <p:nvPr/>
        </p:nvGrpSpPr>
        <p:grpSpPr>
          <a:xfrm>
            <a:off x="14849554" y="9299398"/>
            <a:ext cx="3930275" cy="891767"/>
            <a:chOff x="0" y="0"/>
            <a:chExt cx="5240366" cy="1189023"/>
          </a:xfrm>
        </p:grpSpPr>
        <p:sp>
          <p:nvSpPr>
            <p:cNvPr id="35" name="Freeform 31">
              <a:extLst>
                <a:ext uri="{FF2B5EF4-FFF2-40B4-BE49-F238E27FC236}">
                  <a16:creationId xmlns:a16="http://schemas.microsoft.com/office/drawing/2014/main" id="{16EC5642-F6CA-899C-538D-E7AFA96B9C30}"/>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2"/>
              <a:stretch>
                <a:fillRect b="-39747"/>
              </a:stretch>
            </a:blipFill>
          </p:spPr>
        </p:sp>
        <p:sp>
          <p:nvSpPr>
            <p:cNvPr id="36" name="Freeform 32">
              <a:extLst>
                <a:ext uri="{FF2B5EF4-FFF2-40B4-BE49-F238E27FC236}">
                  <a16:creationId xmlns:a16="http://schemas.microsoft.com/office/drawing/2014/main" id="{680B97F0-FEB0-9F0A-36B6-AFA4B90F92CA}"/>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3"/>
              <a:stretch>
                <a:fillRect/>
              </a:stretch>
            </a:blipFill>
          </p:spPr>
        </p:sp>
        <p:sp>
          <p:nvSpPr>
            <p:cNvPr id="37" name="Freeform 33">
              <a:extLst>
                <a:ext uri="{FF2B5EF4-FFF2-40B4-BE49-F238E27FC236}">
                  <a16:creationId xmlns:a16="http://schemas.microsoft.com/office/drawing/2014/main" id="{541B9E01-A165-1FB1-93D9-EB68A0B9CAD2}"/>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4"/>
              <a:stretch>
                <a:fillRect/>
              </a:stretch>
            </a:blipFill>
          </p:spPr>
        </p:sp>
        <p:sp>
          <p:nvSpPr>
            <p:cNvPr id="38" name="Freeform 34">
              <a:extLst>
                <a:ext uri="{FF2B5EF4-FFF2-40B4-BE49-F238E27FC236}">
                  <a16:creationId xmlns:a16="http://schemas.microsoft.com/office/drawing/2014/main" id="{027E141C-ED12-E89B-9857-A538482B58E6}"/>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5"/>
              <a:stretch>
                <a:fillRect/>
              </a:stretch>
            </a:blipFill>
          </p:spPr>
        </p:sp>
      </p:grpSp>
      <p:pic>
        <p:nvPicPr>
          <p:cNvPr id="13" name="Picture 12">
            <a:extLst>
              <a:ext uri="{FF2B5EF4-FFF2-40B4-BE49-F238E27FC236}">
                <a16:creationId xmlns:a16="http://schemas.microsoft.com/office/drawing/2014/main" id="{82EB2562-78CE-92B2-9E17-858E2B35284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643728" y="1095488"/>
            <a:ext cx="13203308" cy="7418581"/>
          </a:xfrm>
          <a:prstGeom prst="rect">
            <a:avLst/>
          </a:prstGeom>
        </p:spPr>
      </p:pic>
    </p:spTree>
    <p:extLst>
      <p:ext uri="{BB962C8B-B14F-4D97-AF65-F5344CB8AC3E}">
        <p14:creationId xmlns:p14="http://schemas.microsoft.com/office/powerpoint/2010/main" val="21921544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2304</TotalTime>
  <Words>942</Words>
  <Application>Microsoft Office PowerPoint</Application>
  <PresentationFormat>Custom</PresentationFormat>
  <Paragraphs>93</Paragraphs>
  <Slides>15</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Aqua Embrace</vt:lpstr>
      <vt:lpstr>Canva Sans Bold</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Add a heading</dc:title>
  <dc:creator>CAVSU</dc:creator>
  <cp:lastModifiedBy>Dianalyn Castillo</cp:lastModifiedBy>
  <cp:revision>75</cp:revision>
  <dcterms:created xsi:type="dcterms:W3CDTF">2006-08-16T00:00:00Z</dcterms:created>
  <dcterms:modified xsi:type="dcterms:W3CDTF">2026-09-17T15:02:29Z</dcterms:modified>
  <dc:identifier>DAGNOWNNAOg</dc:identifier>
</cp:coreProperties>
</file>